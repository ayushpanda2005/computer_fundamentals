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5" r:id="rId10"/>
    <p:sldId id="268" r:id="rId11"/>
    <p:sldId id="261" r:id="rId12"/>
    <p:sldId id="266" r:id="rId13"/>
    <p:sldId id="262" r:id="rId14"/>
    <p:sldId id="263" r:id="rId15"/>
    <p:sldId id="267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7:32.80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2,'302'-1,"337"3,-38 33,-466-24,126 15,-95-8,12-12,-160-6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7:39.37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0,'371'15,"-213"-5,313 10,577 41,-957-52,167 17,-25-11,-1-22,-41 1,-166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7:40.97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1,'146'1,"19"3,57 3,944 11,12-17,-705-1,-51 11,536 83,-853-78,43 6,-123-19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8:28.47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0,'302'13,"-190"-6,502 22,-157 0,-446-28,583 18,-70-4,-19 1,518-16,-458-1,-159 9,10 1,-61 6,-112-1,-18 11,-45-3,129-1,-293-19,-4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8:32.09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16,'1493'-12,"-1028"8,-439 6,0 1,-1 2,1 0,29 10,7 2,132 35,-172-45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8:43.37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18,'69'-8,"131"0,-137 8,267-1,-284 3,51 10,0 0,363-4,-300-9,-138 2,31 5,6 1,51-1,169 5,82-11,-334 1,35 7,-34-4,33 1,143-7,112 4,-223 5,20 1,444-8,-437 8,2 0,177 4,-195-1,80 10,114 1,-27-8,101 2,74-17,-422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28:44.93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1,'253'8,"-55"-1,3-5,250 10,187 20,-496-29,160 7,184-2,-314-9,200-14,-364 15,156-3,-117 4,-31-1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0:21.819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24575,'3'27'0,"0"50"0,1 58 0,1 47 0,1 22-3276,4 1 2084,1-16 1192,-2-28 0,-2-29 722,-3-31-722,-1-30 0,-2-24 867,-1-18-867,0-13-5312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0:24.06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24575,'242'191'0,"-203"-157"0,142 124 0,125 105 0,100 17 0,-286-204 0,-88-55 0,2 0 0,66 29 0,-98-50 0,-1 1 0,1 0 0,-1-1 0,1 0 0,-1 1 0,1-1 0,-1 0 0,1 0 0,2 0 0,-4 0 0,1 0 0,-1 0 0,0 0 0,0 0 0,0 0 0,0 0 0,1 0 0,-1-1 0,0 1 0,0 0 0,0 0 0,0 0 0,0 0 0,0 0 0,1-1 0,-1 1 0,0 0 0,0 0 0,0 0 0,0 0 0,0-1 0,0 1 0,0 0 0,0 0 0,0 0 0,0 0 0,0-1 0,0 1 0,0 0 0,0 0 0,0 0 0,0-1 0,0 1 0,0 0 0,0 0 0,0 0 0,0-1 0,0 1 0,0 0 0,0 0 0,0 0 0,-3-5 0,1 1 0,-1 0 0,1 0 0,-5-4 0,4 5 0,-6-9 0,1 0 0,1-1 0,-1 0 0,2 0 0,0 0 0,-6-19 0,-16-88 0,-30-251 0,32 189 0,20 139-118,-21-160-1129,25 181-5579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0:25.808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932 132 24575,'-5'-4'0,"0"1"0,1 0 0,-1 0 0,-1 0 0,1 1 0,0 0 0,-1 0 0,-9-2 0,-2-2 0,-210-60 0,174 55 0,0 1 0,-77-2 0,125 11 0,1 1 0,0 0 0,0 1 0,-1-1 0,1 1 0,0-1 0,0 1 0,0 1 0,0-1 0,0 1 0,-7 3 0,6-2 0,1 1 0,0 0 0,0-1 0,0 2 0,0-1 0,0 0 0,1 1 0,-5 8 0,-16 29 0,-32 80 0,-5 52 0,-38 184-843,78-258 771,-13 166 1,32-240 70,1-1 0,1 0 1,1 0-1,1 0 1,1 0-1,8 28 0,-9-46 15,0-1 1,1 0-1,-1 0 0,1-1 0,1 1 0,-1 0 0,1-1 0,0 0 0,0 0 0,9 8 0,-6-7 35,1 0 0,-1-1-1,1 0 1,0 0-1,1-1 1,15 6 0,-2-3 33,0-2 1,0 0 0,1-1-1,0-2 1,29 1-1,-17-3-82,1-1 0,-1-2 0,0-1 0,0-1 0,0-3 0,0 0 0,58-24 0,-84 27 0,0-1 0,0 1 0,0-2 0,9-7 0,-9 6 0,2 1 0,14-10 0,15-6 0,-2-1 0,0-2 0,41-37 0,-65 51-1365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0:27.4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1 24575,'434'15'-1115,"-353"-10"93,428 36 1409,-290-21-73,-805-38 1122,581 18-1436,-16 2 0,20-2 0,0 0 0,1 0 0,-1 0 0,1 0 0,-1 1 0,1-1 0,-1 0 0,0 0 0,1 1 0,-1-1 0,1 0 0,0 1 0,-1-1 0,1 0 0,-1 1 0,1-1 0,-1 1 0,1-1 0,0 1 0,-1-1 0,1 1 0,0-1 0,0 1 0,-1 0 0,1-1 0,0 1 0,0-1 0,0 1 0,0-1 0,0 1 0,0 1 0,1 5 0,0 0 0,0 0 0,1 0 0,0-1 0,1 1 0,6 12 0,2 7 0,79 238-672,-18 11-1,25 186 653,-78-327 10,4 201 0,-23-285-1124,-2-16-4538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0:28.685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1 24575,'0'16'0,"3"36"0,6 44 0,2 35 0,7 26-2710,0 5 2710,3 5 0,0-8 0,-3-16 0,-4-27 200,-6-21-200,0-22 597,-3-25-6875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09:30:31.064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0 245 24575,'12'-10'0,"1"0"0,0 1 0,1 0 0,0 1 0,0 0 0,25-8 0,-6 2 0,43-20 0,1 3 0,119-29 0,-143 48 0,0 2 0,1 3 0,0 2 0,101 3 0,-121 5 0,-1 1 0,-1 2 0,1 1 0,-1 2 0,0 0 0,-1 3 0,0 0 0,0 2 0,39 25 0,-52-25 0,-1 0 0,0 0 0,-1 2 0,-1 0 0,-1 1 0,0 0 0,-1 1 0,15 27 0,-24-37 0,0 1 0,-1-1 0,1 1 0,-2 0 0,1-1 0,-1 1 0,0 1 0,-1-1 0,0 0 0,-1 0 0,0 0 0,0 0 0,-1 1 0,0-1 0,-3 11 0,-5 11 0,0 0 0,-3-1 0,-15 31 0,1-2 0,0 6 0,-40 90 0,41-100 0,-104 201 0,117-236 0,-1-1 0,-1-1 0,0 0 0,-2 0 0,0-2 0,0 0 0,-2-1 0,0 0 0,0-2 0,-2 0 0,1-1 0,-26 11 0,-122 66 0,15-6 0,100-56 0,-54 38 0,38-21 0,55-36 0,7-4 0,0 0 0,0 0 0,-1-1 0,1 1 0,-1-1 0,0-1 0,0 1 0,0-1 0,0-1 0,0 1 0,-11 0 0,-90-4-1365,91 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6:22.86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1,'21'2,"0"0,-1 2,0 0,34 12,-28-8,49 11,118 16,-81-28,-24-2,157 24,-187-22,11-1,95-5,-77-2,-55 0,0 3,38 5,162 32,3-21,42-18,-94-1,-138-2,85-15,-14 1,-45 11,2 3,139 12,202 14,-154-37,66-8,3 23,-135 0,260-10,-221 2,-212 7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6:29.59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0 243,'34'-1,"0"-1,0-2,-1-1,1-2,52-17,-54 14,0 2,46-6,68-1,-14 2,161-45,-268 53,357-57,-136 47,2 17,-68 0,-72-2,-94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6:31.07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1,'29'1,"39"7,-30-2,309 32,0-29,-47-23,-186 1,-96 11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6:32.92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33,'15'-1,"26"-4,1-1,51 1,66-6,-89 6,78 5,-59 2,26-4,128 4,-171 6,10 0,-68-8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7:24.95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1 162,'478'-30,"-292"13,31 3,57-5,-119-5,-67 10,-10-3,7-2,-19 14,95 3,-106 3,-31 1,1 1,-1 1,34 10,-6-2,32 5,87 21,-137-25,-23-9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7:27.35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33,'5'-2,"0"0,1 1,-1 0,0 0,0 0,1 0,7 1,1-1,686-21,-470 32,-92 9,-28-2,-2-4,205 10,-82-9,-148-7,361 50,-165-13,-29-8,132 13,-354-48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8:00.16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0,'360'0,"-324"1,1 2,60 13,70 26,-109-26,50 9,-96-22,1 2,-1-1,16 10,17 5,-8-7,71 13,40-5,-70-11,105 23,-62-5,-54-13,24 13,-2-8,1-5,0-3,165-1,-155-10,78-1,-122-7,-50 7,9-2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8:03.26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0 241,'117'-40,"-55"20,246-70,-210 64,-45 11,0 3,1 2,79-3,-76 11,492-11,-525 14,0 1,1 1,43 12,68 29,-117-37,5 1,2-1,41 6,52-1,4 0,32 19,273 5,-61-7,-117-6,-92-9,-23 5,-10 0,144 4,-124-17,-53-3,276 7,-338-8,1 1,0 1,32 9,-52-10,29 3,-23-4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39:46.45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80,'721'0,"-491"-16,-42 1,-125 15,84 9,-29 7,55 4,-103-15,89-7,-46-13,-51 5,406-29,-213 30,-100 2,-18-1,54-1,322 10,-463 1,67 12,21 1,242-12,-204-5,2 1,195 2,-2 21,-117 13,-106-12,-85-15,117 19,-131-17,76 26,-10 11,-17-5,-79-35,127 46,-102-40,61 12,-69-21,0-2,64-3,-75 0,-40 0,1-1,0 0,0-1,-23-7,15 3,-40-6,-55 4,-120 7,219 3,-798 26,556-15,-77 6,-270 6,541-26,-74-12,-59-20,19 2,-9 6,-93-14,97 13,-235-4,-455 26,529 6,23-17,103 2,187 11,0-2,0-1,-43-14,64 17,-109-22,47 11,-32-17,-8-1,77 27,0 2,-73 4,44 0,10 0,-68-2,110-2,4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0:11.39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66,'42'-3,"1"-1,67-16,-10 1,-42 11,102-3,576 12,-408-1,-310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0:26.59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1,'91'-1,"97"3,-133 5,-34-3,27 0,382-3,-208-2,414 1,-612 2,0 1,0 0,0 2,31 10,10 3,9-2,102 26,-126-21,-33-14,-2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1:44.25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1 210,'42'-2,"72"-11,-76 5,-25 5,0 0,-1 1,16 0,415 1,-206 2,-191-3,0-3,0-1,64-18,-36 6,105-28,-48 12,-20 6,-96 24,0 1,0 0,25-1,-23 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1:46.46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76,'17'-3,"40"-1,41 1,27-5,18-2,3 0,-1 0,-15 2,-13 3,-21 2,-16 1,-19 2,-19-3,-15 0,-12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1:48.25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1,'13'3,"35"0,26 6,29 1,28 1,10 0,6-3,-6 3,-8-1,-13-1,-21-3,-23-2,-18-2,-16-2,-13 0,-12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1:55.39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0 353,'18'-7,"0"0,29-7,-7 2,170-38,-144 38,115-39,-62 13,-25 9,-33 11,12-4,-12 3,98-20,-133 34,101-12,-70 11,26 0,96 5,-78 3,2717-2,-2748 3,93 17,3 0,300-13,-279-9,-111 2,368 9,-16-1,-273-9,113 1,-248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1:56.46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78,'760'0,"-661"-5,125-22,-118 13,69-14,-151 24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2:02.78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1 195,'11'-5,"1"1,-1 1,1 0,0 1,19-2,-3 0,289-51,-175 23,-42 7,-40 12,94-17,-112 24,72-2,147 10,-243-1,-1 1,1 0,23 7,-19-3,33 3,111-5,11 2,130 3,-281-8,32 6,17 0,235-5,69 3,-117 3,106 7,-169-2,290 22,-44-4,7-12,4-18,-222-1,107-8,-57 1,1266 42,-845 7,-374-39,-179-4,3192 1,-3317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3:17.25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0 355,'4'-1,"0"1,0-1,-1 0,1 0,0-1,0 1,-1-1,6-3,10-4,190-52,-49 17,-116 31,1 2,0 2,1 2,0 2,56 1,194 6,-263 0,0 1,-1 2,34 9,-32-6,-1-1,61 3,231-11,-304-1,1 0,-1-2,0-1,28-9,4-1,189-38,-40 9,54-2,-174 33,49-9,-100 18,-1 2,1 0,0 2,31 4,-44-1,23 7,11 2,129 8,16 4,-166-19,60 1,-77-6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3:18.88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0 400,'4'-1,"1"1,-1-1,0-1,0 1,0-1,0 1,-1-1,1 0,0 0,-1-1,4-2,8-5,274-145,-231 130,2 3,71-16,-52 16,23-7,1 4,1 6,1 3,112 0,-208 16,0 0,0 1,0 1,-1 0,1 0,13 5,50 26,-24-10,170 68,-195-80,0 2,38 27,-53-35,0 0,0-1,1 1,0-2,0 1,0-1,10 2,8 0,31 1,-16-2,48 14,-35-6,182 27,-53-13,-155-22,45 14,-45-10,65 18,68 16,-32-8,-95-22,0-3,1-1,0-1,44 2,211-9,-113-2,-113 2,-48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3:20.22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1 257,'206'-16,"-114"6,268-14,-73-1,-236 20,77 3,-73 3,55-7,168-3,-90 8,-18-20,-61 5,78-18,-54 7,-16 7,204-7,-229 20,-5-1,-72 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3:22.68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1,'57'3,"-1"2,63 14,-32-4,69 2,-66-11,92-6,-77-1,-26 2,92-2,-53-14,-1 1,58-6,-116 14,75-3,221 9,-311 2,80 15,-49-5,-63-11,47 8,68-1,795-9,-894 0,-1-2,30-6,18-2,308-11,1 20,-251 2,-110 1,1 2,-1 0,27 9,28 3,280 26,-304-34,315 34,-181-17,14 1,356-20,-327-7,707 2,-910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3:33.89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1 180,'81'-6,"-22"1,335 3,-274 9,152 30,125 60,-166-25,-162-52,113 18,74-11,1-24,-146-4,46-8,-96 3,473-56,-331 45,-132 12,47-9,-69 6,56 0,-104 8,-1 0,1 0,-1 0,1 0,-1 0,1 0,-1 0,1 0,-1 0,1 0,-1 0,1 0,-1 0,1-1,-1 1,1 0,-1 0,1 0,-1-1,1 1,-1 0,1-1,-9-5,-22-6,7 6,-28-3,17 3,-911-124,504 76,292 34,-598-66,625 81,103 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9:36.30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0 346,'411'-55,"211"-3,-444 45,0-8,179-45,-74 6,3 18,177 20,-208 15,187 6,-153 26,-35-3,17 14,-20-3,-116-11,3 1,-57-15,645 65,-573-54,150 16,-103-14,39 4,89 8,-273-29,70-4,-48-2,698 2,-760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49:39.42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1 240,'59'-17,"105"-16,63 6,-210 25,287-15,0 16,101-4,-89-17,-272 17,345-26,-164 16,-55 2,294 8,-292 6,-27-8,-30 0,247-13,-348 19,632-11,-537 12,-91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58:05.74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66,'67'2,"102"16,62 26,-181-33,56 19,-61-16,-23-10,0 0,0-1,1-2,-1 0,27-3,-1 1,622-23,-514 16,379-39,-144 10,-33 1,61-3,-386 37,-8 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58:07.08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1 369,'64'-7,"75"2,-81 5,971-5,-688 6,4 7,-7 0,266-30,78-31,-291 47,72-3,-134-14,-125 8,359-45,33-1,94 37,260 25,-566-15,-1-17,136-8,480 27,-686 13,-286-1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58:23.08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0 512,'163'-46,"160"-43,920-167,-770 175,-388 66,0 3,163 0,270 13,-326 15,-7 0,-135-15,200 10,67 10,2-21,-162-1,2314 1,-2344 8,-10 0,581-7,-339-3,-202 10,-3 1,923-9,-478-1,-575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58:29.76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65,'25'0,"48"-5,53-8,46-1,34 2,12 2,-7 4,-17 2,-28 5,-29 2,-32 4,-29 0,-24-1,-21-2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09:58:32.33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1 226,'223'-61,"3"17,-225 44,544-80,21 48,2 54,374 104,-942-126,231 35,3-33,-203-3,349-39,-308 30,328-43,169-24,-493 67,-49 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1:21.03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82,'22'5,"1"-2,0-1,31 0,-16-1,66 1,138 9,170-4,-252-8,63-9,52-6,-134 9,103-14,-14 0,210-1,-275 15,83-2,102 12,-1 27,59 9,2-23,-126-7,-56 6,72 1,40-15,-213-2,-115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1:22.08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0 170,'182'-5,"-51"1,1043-3,-1145 7,354-13,-161 2,987-13,-242-7,-635 17,279-24,-609 38,595-13,-520 13,149 17,-36-2,-34-14,194-22,-318 18,77-12,-89 11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1:25.36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1 139,'27'1,"1"1,0 2,30 8,-28-6,29 6,675 157,-593-133,159 19,-259-48,2-1,81 4,-6-10,52-2,-130 0,-1-2,0-2,0-1,67-23,-66 14,38-22,32-14,29 6,-45 15,-17 7,142-24,84 8,-238 33,142-30,-122 19,98-27,-162 39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1:27.548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66,'312'-22,"-115"4,359 9,0 32,79 29,-83-5,-395-38,257-17,-337-4,147-40,-7-1,-144 43,99-3,73 13,-128 2,-97-2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4:15.62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1,'59'2,"-23"1,534 34,354 26,270 25,-522-38,-382-27,795 73,-530-24,-359-28,3 0,-180-41,35 1,-39-4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4:17.34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5542 527,'-3'-2,"-1"0,1 1,-1-1,0 1,1 0,-1 0,0 1,-5-1,-7-1,-358-27,221 20,-92-6,-619-54,421-7,8-33,300 70,-62-16,140 42,-88-8,-43 10,81 5,-86-14,14 0,102 15,-192-11,0 21,208 3,-1 3,-78 26,0-1,-40-1,-191 11,193-33,153-12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3:55.52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1,'571'29,"-518"-20,0 3,88 31,-49-13,47 22,-98-34,1-2,71 17,-48-22,81 3,68-9,-109-4,421 42,-453-37,1-2,-1-4,129-15,-166 10,605-94,-140 30,107 28,-318 40,-249 1,-20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3:56.86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34,'517'-13,"-434"8,288-9,-289 15,1 4,121 23,189 27,-352-50,171 23,-66-7,-96-14,211 30,-170-17,8 1,-80-18,0-1,0-1,27-2,186-22,-58 4,214-23,286-21,-239 22,-277 23,639-11,-429 52,-151-5,1253-3,-761-22,-690 7,21 3,-20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0:04:36.08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0,'4888'96'0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7:40.81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0,'16'0,"35"6,39 4,29 6,18 3,5-2,-2 2,-15-3,-17 0,-14-2,-17-2,-17 0,-12-3,-7-3,-7-2,-7-2,-6-1,-5-1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7:43.50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73,'13'4,"0"0,1-1,24 3,-2-1,103 14,62 0,1336 85,-440-110,-7-67,-851 53,480-28,79 46,-95 1,-133-38,-41 2,195 34,-522 12,-64-2,-164-10,0 0,-32-9,35 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7:44.96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0,'134'12,"25"-1,67 4,55-1,727 11,3-21,-348-4,-184 13,-448-12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20:27.040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7 24575,'57'-3'0,"358"0"0,253 5 0,170 16-3276,114 29-1,41 29 0,-9 31 0,-83 8 2030,-112 4 1247,-156-16-2029,-155-14 2029,-159-23 8192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20:29.626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0 24575,'28'3'0,"54"6"0,63 4 0,53 6 0,33 7-3276,18 6 1446,-3 1 1830,-19 5 0,-29-3 0,-38-6-85,-40-9 85,-35-5 1159,-30-4-1159,-21-5 0,-16-4-4159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8:09.04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1,'16'1,"0"0,-1 2,1-1,15 7,-2-2,221 56,271 55,-371-99,1-6,231-9,-319-9,119-24,-117 16,129-6,69 17,31-1,371-65,-180 18,3 31,-482 19,412 0,-326 8,-21-1,-58-7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8:10.30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1,'374'39,"-64"-7,-37 0,594 52,-540-60,-35-2,166-3,-291-14,218 23,-72-3,214-1,-312-8,140 4,-133-21,1033 1,-176 62,-764-22,129 14,-173-50,-151-5,545 1,-638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08:12.96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5944 0,'-289'11,"111"-2,-622 9,485-12,209-4,-368 1,287-14,122 6,-11-2,-65-2,-899 9,770-8,20-1,-136 20,128 6,-172 5,-79 20,353-22,142-19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10:34.660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0 354,'453'7,"-98"0,750-5,-778-3,-270 1,-1-4,66-11,370-49,-147 35,-10 2,296-29,48 3,-8 1,-606 46,475-44,-203 37,-316 14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10:36.74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0,'8'0,"17"0,19 0,17 0,11 0,4 3,-2 1,0 0,-8 4,-7 1,1-1,-5-2,-7 1,-8-1,-8-1,-7-2,-8-1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10:39.62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1,'357'23,"-206"-10,1941 63,-650-77,-1098-14,-82 1,72-3,76-1,232 29,-3 22,-21-1,-417-26,74 3,-5 18,-191-14,140 3,70-18,-266 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17:13.55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2043 370,'-13'-1,"-24"-4,1 0,-343-30,339 32,-48-7,-94-16,12 1,105 15,-56-12,15 0,-61-16,-92-39,253 75,0-1,-1 0,-10-8,12 8,0 0,0 0,-1 0,1 1,0 0,-8-3,-95-13,33 3,48 9,-32-4,43 9,2 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0:17:17.83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124 2 0,'-122'53'0,"292"-53"0,-48-53 0,-292 53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17:51.46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0,'23'5,"0"-2,33 1,-13-1,56 5,132 14,369 54,-305-27,-132-7,-79-19,-12-3,225 50,-265-65,106 14,-108-16,0-2,51-4,-61 0,393-53,46-28,-17 8,6 40,236 35,-330 3,-296 0,0 3,-1 3,0 2,73 23,-28-8,2-4,207 14,215-29,-320-8,629 2,-819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17:52.56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0 130,'104'-19,"-54"11,442-58,-358 51,208-7,1 26,-172 3,56 2,69 0,-143-3,81 7,294 22,3-33,-287-4,-242 2,560 13,-397-1,242 11,-364-23,-30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17:39:14.742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1 0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20.766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1 205,'295'17,"-191"-8,488 26,-62-4,610 32,-910-57,321-33,-401 7,80-7,519-9,44 32,-453 5,49-17,-157 4,415-20,63 1,-240 13,357-8,-296 11,69-43,-490 44,89-6,0 10,362 27,-339 1,400 37,-142-8,186-3,4-36,174-9,-825 1,0-1,37-7,-28 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22.98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0,'113'1,"20"4,55 2,45 2,862 68,2 54,-185-26,4-55,-414-51,-449-4,-6-1,256 5,2 22,-195-12,1638 168,-1434-142,-250-28,131 20,-190-26,-1 0,0 0,1 0,6 4,-11-5,0 1,1-1,-1 0,1 0,-1 0,0 1,0-1,1 0,-1 1,0-1,1 0,-1 0,0 1,0-1,1 0,-1 1,0-1,0 1,0-1,0 0,0 1,1 0,-2-1,1 1,0-1,0 1,-1-1,1 1,0-1,-1 1,1-1,0 1,-1-1,1 0,-1 1,1-1,-1 0,1 1,-1-1,1 0,-1 0,1 1,-2-1,-7 4,0-1,0-1,-1 1,1-2,0 1,-1-1,0-1,1 1,-16-3,7 0,-1-1,1-1,0-1,-18-6,-88-43,78 32,-92-29,48 30,-1 3,-137-8,-192 14,402 12,-749 20,555-11,-461 19,-106 27,4 31,608-66,-585 83,433-57,-733 59,-5-62,874-41,166-3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26.652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7343 1,'-108'17,"-148"6,224-21,-685 22,-7-24,338-2,-125 19,5 48,233 5,73-15,115-37,0-4,-1-4,-113-1,-1-14,0-10,-273-54,44 17,394 49,-85-8,-170-11,-372 19,405 4,-122 23,364-23,-70 6,55-6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35.76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1 125,'23'1,"30"5,-6-1,878 33,-824-38,174-3,-186-2,95-17,-24-1,179-3,162 21,-338 6,44 0,372-4,-138-35,125-2,2 38,-366 4,18-1,353-2,-399-8,-142 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36.83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0 194,'25'-7,"0"1,39-4,-35 6,634-66,7 27,-391 27,1126-21,-603 48,-108-5,-576-6,241 19,0 23,-183-20,-62-8,398 33,-83-44,11 1,189 4,-183-5,-31 17,-2 16,-77-6,-65-7,-246-21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39.029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1 340,'1220'0,"-802"-28,-260 13,367-19,-367 25,101-18,28-1,253 9,-235-7,-61 3,537-23,-75 16,-117 2,-132 8,1169 14,-303 112,-1060-65,106 13,-55-21,-282-29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57.504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0,'1327'0,"-1051"9,12-1,80 4,474 24,-333-19,-265-5,299 10,-59 24,-260-10,-197-30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1:58.617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1,'559'9,"14"-1,-290-7,362-3,-434-3,283 7,224 76,-408-54,3-25,-140-1,-28 2,343-9,-230 12,-81 4,21-8,-182 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2:07.061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1 108,'70'0,"1"4,108 20,-107-13,98 2,-100-10,294 6,-342-8,39 7,-37-5,27 2,49-6,43 2,-72 6,32 2,824-30,-284-6,-251 14,275-43,-272 10,308 4,302 73,-719-18,-200-10,436 11,-412-6,-20-1,380-5,-243-4,-169 2,-32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7:24.945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1 451,'21'-1,"0"-1,1-1,26-7,-13 3,647-155,-32 10,-348 86,-236 50,0 4,122-7,339 19,-212 2,-279-2,330 13,-248-2,78 10,206-2,-260-18,158 21,0 21,-242-34,172 31,-195-34,6 4,0 2,64 28,16 5,382 83,-351-93,-114-26,1-3,0 0,0-3,45-1,147-3,55-1,-124-11,1-1,-57 9,268-11,-206 9,262 5,-204 10,-130-5,192 21,29 0,261-24,-254-1,-307 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0:27:27.453"/>
    </inkml:context>
    <inkml:brush xml:id="br0">
      <inkml:brushProperty name="width" value="0.4" units="cm"/>
      <inkml:brushProperty name="height" value="0.8" units="cm"/>
      <inkml:brushProperty name="color" value="#D9AE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1,'202'11,"-91"-3,136 4,268 20,-27 15,389 28,-534-51,89 3,-25-31,-1-23,-397 27,86-7,432-39,-136 4,-297 32,282-11,1 20,439 55,-587-31,264 40,-461-55,-1-3,1 0,48 0,-68-6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2T20:06:23.707"/>
    </inkml:context>
    <inkml:brush xml:id="br0">
      <inkml:brushProperty name="width" value="0.1" units="cm"/>
      <inkml:brushProperty name="height" value="0.1" units="cm"/>
      <inkml:brushProperty name="color" value="#AB008B"/>
    </inkml:brush>
  </inkml:definitions>
  <inkml:trace contextRef="#ctx0" brushRef="#br0">0 82 24575,'28'101'0,"50"122"0,63 84 0,-35-122 0,-103-180 0,0-1 0,1 1 0,-1-1 0,1 0 0,0 0 0,0 0 0,1-1 0,-1 1 0,1-1 0,0 0 0,-1 0 0,11 3 0,-8-4 0,0 0 0,1 0 0,-1-1 0,1 0 0,-1-1 0,1 0 0,-1 0 0,1 0 0,12-3 0,38-10-126,101-36 0,-151 46 84,179-63-1136,58-20 337,51-16-1452,44-10 1314,548-145-2010,17 61-23,-660 159 2655,-53 16 283,42 9 1925,-210 12-439,44 5 1,-50-1-2263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BE3FD-50B8-9B16-A911-8E7BB5B9F6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F15DEC-60D6-D3DC-19DE-16C86AC6E1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3CDB5-F39A-679A-46E8-50FE0DAA8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5D65-4FC7-845D-C50E-BABD5B6A9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4ACB4-E1CF-70AB-C0BD-691367F30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6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187E6-019F-8D58-9AA4-BE21BEAB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585B85-1ECB-F673-5939-02C27F0E7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BF21F-09A2-8AEF-FD74-7A6BE332F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8F52C-6E3C-6C1C-B4B4-74DE7ABED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6ADDE-7DED-C435-6F5D-503650EE0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28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614C2-A1A4-7CCD-BB04-4BBF2FF01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7AD2B7-5A54-DA4C-BDA6-45ACEEFA4F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38A37-BA83-9A9D-0F21-7517E339F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11936-C94E-19F8-080B-E6DC983A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2C033-7727-E76B-8124-CAFF9794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983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DD8D-8ADF-8D0D-FFEB-E2AA1773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5970A-601A-896E-3E87-76F272AAAB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9B69B-B9C3-31D8-F3E9-F35DCC0A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4F0CC-259F-6BEF-D625-FCA9FE13B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78C04-5D05-2CB1-8873-44A53839C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D2ACC-F4FD-1C27-2815-5F0BED9E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0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E5F8-493D-06A5-BFF5-C0257DAC3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C2EBB-70B1-778F-51B6-90F4B773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591B7-0830-0EEA-C7BE-D11AF2941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B5A010-13BD-2293-A8A2-ADF57EC352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BD7E1-B80C-441C-0257-EAB18FEEB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AE886-0BCF-72E0-3B6C-34B967F63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08FFA8-B09C-3D4D-B320-65B8FAD9D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B5BD4B-AD05-EB35-9DFF-000EE9AB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472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D69A0-AB82-5DAE-796E-52323FC5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DA91C5-0A32-AAB1-8C58-B8C7EB02E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11D7F-D89B-4B2D-CE41-62115DF0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80FEB-5447-D901-F5D7-42BECADA9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36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50EC89-BC4E-8D8E-0028-BE1B19560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44C6C0-5618-FD1B-0827-ADB319915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9A797-958F-E296-7D13-03F46F6B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76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129A7-6395-66F8-6A0D-11DEFD2DC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E9D1-A115-75F1-AD6C-2CC44FD47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14A77-D559-EFFE-45CE-C7C81C8B2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95CCE-C29B-3583-423E-7C2A704B6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1CFFB-66C3-A29D-48C1-6BC7EC318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9D4DF-0989-5D92-30DC-AE8801863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52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3E81-8F33-196A-BB1C-42CF6645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4A9F1-F377-8A9E-57A8-E670074BF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5E1BC-6D2B-C5C5-E87C-F3EEAE27A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3778F0-4417-3A38-3854-9F6A7A987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AB222-6C0E-DAB5-E0A5-672263568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4ED03-BAF1-C180-D623-929A491A7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500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D6B3-C086-51E0-AB50-E70092DB9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57BCC-8F06-AD47-5C71-145185A04E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112548-CB5F-64DC-4B63-E5DC9044C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80208-F27D-AADE-426C-876A5152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CA860-3A38-8006-146C-E051CE33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646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0959F-EF6D-7385-CA8B-110B3438F2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363BF6-341E-08F1-2D9A-9FBCC78AB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74C6B-F199-E062-D3BC-10F7F8D0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A8A76-FE40-CEAC-0D6A-1D1CDCC1A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D6865-FC19-21E0-E128-0D204FBEB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24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903D1-BC8F-0914-27A5-8E22E1BD9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1090B-A9DB-D717-02DC-44E0FC29C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A1378-86CD-1C47-5846-559FEC302C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8F73C-316D-45F0-9341-93D350F67C3A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E8F8DD-0C1A-88D3-F96D-0DD4FFD42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983B6-BE80-4552-81AD-472920C19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27F3E2-5601-4A39-B10F-9CE6C74FF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700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5.png"/><Relationship Id="rId4" Type="http://schemas.openxmlformats.org/officeDocument/2006/relationships/customXml" Target="../ink/ink5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12" Type="http://schemas.openxmlformats.org/officeDocument/2006/relationships/customXml" Target="../ink/ink13.xml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2.png"/><Relationship Id="rId5" Type="http://schemas.openxmlformats.org/officeDocument/2006/relationships/image" Target="../media/image9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.xml"/><Relationship Id="rId13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customXml" Target="../ink/ink19.xml"/><Relationship Id="rId17" Type="http://schemas.openxmlformats.org/officeDocument/2006/relationships/image" Target="../media/image21.png"/><Relationship Id="rId2" Type="http://schemas.openxmlformats.org/officeDocument/2006/relationships/customXml" Target="../ink/ink14.xml"/><Relationship Id="rId16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0.png"/><Relationship Id="rId10" Type="http://schemas.openxmlformats.org/officeDocument/2006/relationships/customXml" Target="../ink/ink18.xml"/><Relationship Id="rId4" Type="http://schemas.openxmlformats.org/officeDocument/2006/relationships/customXml" Target="../ink/ink15.xml"/><Relationship Id="rId9" Type="http://schemas.openxmlformats.org/officeDocument/2006/relationships/image" Target="../media/image17.png"/><Relationship Id="rId14" Type="http://schemas.openxmlformats.org/officeDocument/2006/relationships/customXml" Target="../ink/ink2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27.png"/><Relationship Id="rId18" Type="http://schemas.openxmlformats.org/officeDocument/2006/relationships/customXml" Target="../ink/ink30.xm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12" Type="http://schemas.openxmlformats.org/officeDocument/2006/relationships/customXml" Target="../ink/ink27.xml"/><Relationship Id="rId17" Type="http://schemas.openxmlformats.org/officeDocument/2006/relationships/image" Target="../media/image29.png"/><Relationship Id="rId2" Type="http://schemas.openxmlformats.org/officeDocument/2006/relationships/customXml" Target="../ink/ink22.xml"/><Relationship Id="rId16" Type="http://schemas.openxmlformats.org/officeDocument/2006/relationships/customXml" Target="../ink/ink2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11" Type="http://schemas.openxmlformats.org/officeDocument/2006/relationships/image" Target="../media/image26.png"/><Relationship Id="rId5" Type="http://schemas.openxmlformats.org/officeDocument/2006/relationships/image" Target="../media/image23.png"/><Relationship Id="rId15" Type="http://schemas.openxmlformats.org/officeDocument/2006/relationships/image" Target="../media/image28.png"/><Relationship Id="rId10" Type="http://schemas.openxmlformats.org/officeDocument/2006/relationships/customXml" Target="../ink/ink26.xml"/><Relationship Id="rId19" Type="http://schemas.openxmlformats.org/officeDocument/2006/relationships/image" Target="../media/image30.png"/><Relationship Id="rId4" Type="http://schemas.openxmlformats.org/officeDocument/2006/relationships/customXml" Target="../ink/ink23.xml"/><Relationship Id="rId9" Type="http://schemas.openxmlformats.org/officeDocument/2006/relationships/image" Target="../media/image25.png"/><Relationship Id="rId14" Type="http://schemas.openxmlformats.org/officeDocument/2006/relationships/customXml" Target="../ink/ink2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customXml" Target="../ink/ink35.xml"/><Relationship Id="rId4" Type="http://schemas.openxmlformats.org/officeDocument/2006/relationships/customXml" Target="../ink/ink32.xml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12" Type="http://schemas.openxmlformats.org/officeDocument/2006/relationships/customXml" Target="../ink/ink41.xml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image" Target="../media/image42.png"/><Relationship Id="rId10" Type="http://schemas.openxmlformats.org/officeDocument/2006/relationships/customXml" Target="../ink/ink40.xml"/><Relationship Id="rId4" Type="http://schemas.openxmlformats.org/officeDocument/2006/relationships/customXml" Target="../ink/ink37.xml"/><Relationship Id="rId9" Type="http://schemas.openxmlformats.org/officeDocument/2006/relationships/image" Target="../media/image39.png"/><Relationship Id="rId14" Type="http://schemas.openxmlformats.org/officeDocument/2006/relationships/customXml" Target="../ink/ink4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6.xml"/><Relationship Id="rId13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5.png"/><Relationship Id="rId12" Type="http://schemas.openxmlformats.org/officeDocument/2006/relationships/customXml" Target="../ink/ink48.xml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5.xml"/><Relationship Id="rId11" Type="http://schemas.openxmlformats.org/officeDocument/2006/relationships/image" Target="../media/image47.png"/><Relationship Id="rId5" Type="http://schemas.openxmlformats.org/officeDocument/2006/relationships/image" Target="../media/image44.png"/><Relationship Id="rId10" Type="http://schemas.openxmlformats.org/officeDocument/2006/relationships/customXml" Target="../ink/ink47.xml"/><Relationship Id="rId4" Type="http://schemas.openxmlformats.org/officeDocument/2006/relationships/customXml" Target="../ink/ink44.xml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54.xml"/><Relationship Id="rId18" Type="http://schemas.openxmlformats.org/officeDocument/2006/relationships/image" Target="../media/image56.png"/><Relationship Id="rId3" Type="http://schemas.openxmlformats.org/officeDocument/2006/relationships/customXml" Target="../ink/ink49.xml"/><Relationship Id="rId7" Type="http://schemas.openxmlformats.org/officeDocument/2006/relationships/customXml" Target="../ink/ink51.xml"/><Relationship Id="rId12" Type="http://schemas.openxmlformats.org/officeDocument/2006/relationships/image" Target="../media/image53.png"/><Relationship Id="rId17" Type="http://schemas.openxmlformats.org/officeDocument/2006/relationships/customXml" Target="../ink/ink56.xml"/><Relationship Id="rId2" Type="http://schemas.openxmlformats.org/officeDocument/2006/relationships/hyperlink" Target="http://www.ex-parrot.com/pdw/iftop/download/iftop-0.17.tar.gz" TargetMode="External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customXml" Target="../ink/ink53.xml"/><Relationship Id="rId5" Type="http://schemas.openxmlformats.org/officeDocument/2006/relationships/customXml" Target="../ink/ink50.xml"/><Relationship Id="rId15" Type="http://schemas.openxmlformats.org/officeDocument/2006/relationships/customXml" Target="../ink/ink55.xml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customXml" Target="../ink/ink52.xml"/><Relationship Id="rId14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0.xml"/><Relationship Id="rId13" Type="http://schemas.openxmlformats.org/officeDocument/2006/relationships/image" Target="../media/image62.png"/><Relationship Id="rId18" Type="http://schemas.openxmlformats.org/officeDocument/2006/relationships/customXml" Target="../ink/ink65.xml"/><Relationship Id="rId3" Type="http://schemas.openxmlformats.org/officeDocument/2006/relationships/image" Target="../media/image57.png"/><Relationship Id="rId21" Type="http://schemas.openxmlformats.org/officeDocument/2006/relationships/image" Target="../media/image66.png"/><Relationship Id="rId7" Type="http://schemas.openxmlformats.org/officeDocument/2006/relationships/image" Target="../media/image59.png"/><Relationship Id="rId12" Type="http://schemas.openxmlformats.org/officeDocument/2006/relationships/customXml" Target="../ink/ink62.xml"/><Relationship Id="rId17" Type="http://schemas.openxmlformats.org/officeDocument/2006/relationships/image" Target="../media/image64.png"/><Relationship Id="rId2" Type="http://schemas.openxmlformats.org/officeDocument/2006/relationships/customXml" Target="../ink/ink57.xml"/><Relationship Id="rId16" Type="http://schemas.openxmlformats.org/officeDocument/2006/relationships/customXml" Target="../ink/ink64.xml"/><Relationship Id="rId20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9.xml"/><Relationship Id="rId11" Type="http://schemas.openxmlformats.org/officeDocument/2006/relationships/image" Target="../media/image61.png"/><Relationship Id="rId5" Type="http://schemas.openxmlformats.org/officeDocument/2006/relationships/image" Target="../media/image58.png"/><Relationship Id="rId15" Type="http://schemas.openxmlformats.org/officeDocument/2006/relationships/image" Target="../media/image63.png"/><Relationship Id="rId23" Type="http://schemas.openxmlformats.org/officeDocument/2006/relationships/image" Target="../media/image67.png"/><Relationship Id="rId10" Type="http://schemas.openxmlformats.org/officeDocument/2006/relationships/customXml" Target="../ink/ink61.xml"/><Relationship Id="rId19" Type="http://schemas.openxmlformats.org/officeDocument/2006/relationships/image" Target="../media/image65.png"/><Relationship Id="rId4" Type="http://schemas.openxmlformats.org/officeDocument/2006/relationships/customXml" Target="../ink/ink58.xml"/><Relationship Id="rId9" Type="http://schemas.openxmlformats.org/officeDocument/2006/relationships/image" Target="../media/image60.png"/><Relationship Id="rId14" Type="http://schemas.openxmlformats.org/officeDocument/2006/relationships/customXml" Target="../ink/ink63.xml"/><Relationship Id="rId22" Type="http://schemas.openxmlformats.org/officeDocument/2006/relationships/customXml" Target="../ink/ink6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0.png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0.xml"/><Relationship Id="rId5" Type="http://schemas.openxmlformats.org/officeDocument/2006/relationships/image" Target="../media/image69.png"/><Relationship Id="rId4" Type="http://schemas.openxmlformats.org/officeDocument/2006/relationships/customXml" Target="../ink/ink6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74.xml"/><Relationship Id="rId13" Type="http://schemas.openxmlformats.org/officeDocument/2006/relationships/image" Target="../media/image76.png"/><Relationship Id="rId18" Type="http://schemas.openxmlformats.org/officeDocument/2006/relationships/customXml" Target="../ink/ink79.xml"/><Relationship Id="rId3" Type="http://schemas.openxmlformats.org/officeDocument/2006/relationships/image" Target="../media/image71.png"/><Relationship Id="rId7" Type="http://schemas.openxmlformats.org/officeDocument/2006/relationships/image" Target="../media/image73.png"/><Relationship Id="rId12" Type="http://schemas.openxmlformats.org/officeDocument/2006/relationships/customXml" Target="../ink/ink76.xml"/><Relationship Id="rId17" Type="http://schemas.openxmlformats.org/officeDocument/2006/relationships/image" Target="../media/image78.png"/><Relationship Id="rId2" Type="http://schemas.openxmlformats.org/officeDocument/2006/relationships/customXml" Target="../ink/ink71.xml"/><Relationship Id="rId16" Type="http://schemas.openxmlformats.org/officeDocument/2006/relationships/customXml" Target="../ink/ink7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.xml"/><Relationship Id="rId11" Type="http://schemas.openxmlformats.org/officeDocument/2006/relationships/image" Target="../media/image75.png"/><Relationship Id="rId5" Type="http://schemas.openxmlformats.org/officeDocument/2006/relationships/image" Target="../media/image72.png"/><Relationship Id="rId15" Type="http://schemas.openxmlformats.org/officeDocument/2006/relationships/image" Target="../media/image77.png"/><Relationship Id="rId10" Type="http://schemas.openxmlformats.org/officeDocument/2006/relationships/customXml" Target="../ink/ink75.xml"/><Relationship Id="rId19" Type="http://schemas.openxmlformats.org/officeDocument/2006/relationships/image" Target="../media/image79.png"/><Relationship Id="rId4" Type="http://schemas.openxmlformats.org/officeDocument/2006/relationships/customXml" Target="../ink/ink72.xml"/><Relationship Id="rId9" Type="http://schemas.openxmlformats.org/officeDocument/2006/relationships/image" Target="../media/image74.png"/><Relationship Id="rId14" Type="http://schemas.openxmlformats.org/officeDocument/2006/relationships/customXml" Target="../ink/ink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FABC-7ACE-924B-53B6-22BB0C4A8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UNIX Commands for TCP/IP</a:t>
            </a:r>
          </a:p>
        </p:txBody>
      </p:sp>
    </p:spTree>
    <p:extLst>
      <p:ext uri="{BB962C8B-B14F-4D97-AF65-F5344CB8AC3E}">
        <p14:creationId xmlns:p14="http://schemas.microsoft.com/office/powerpoint/2010/main" val="602452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D9478-0CE3-AD85-B884-921BAAB4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TCP/IP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A47DD-8918-76B0-7E11-EC7D1340BF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Overview: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Transmission Control Protocol/Internet Protocol (TCP/IP) is the core suite of communication protocols used for the Internet and networks.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Significance of UNIX Commands: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UNIX commands play a crucial role in managing, troubleshooting, and analyzing TCP/IP networks.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806C704-C483-01D5-5C7F-3C3CCE5D0BB4}"/>
                  </a:ext>
                </a:extLst>
              </p14:cNvPr>
              <p14:cNvContentPartPr/>
              <p14:nvPr/>
            </p14:nvContentPartPr>
            <p14:xfrm>
              <a:off x="3548393" y="3306043"/>
              <a:ext cx="828360" cy="36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806C704-C483-01D5-5C7F-3C3CCE5D0B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6393" y="3162403"/>
                <a:ext cx="972000" cy="32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C6710BB-4E75-560E-14B5-C76CCCB24236}"/>
                  </a:ext>
                </a:extLst>
              </p14:cNvPr>
              <p14:cNvContentPartPr/>
              <p14:nvPr/>
            </p14:nvContentPartPr>
            <p14:xfrm>
              <a:off x="1638953" y="4071763"/>
              <a:ext cx="1108800" cy="56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C6710BB-4E75-560E-14B5-C76CCCB242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67313" y="3927763"/>
                <a:ext cx="125244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73FF93-6B24-5901-5FD6-0210608C1902}"/>
                  </a:ext>
                </a:extLst>
              </p14:cNvPr>
              <p14:cNvContentPartPr/>
              <p14:nvPr/>
            </p14:nvContentPartPr>
            <p14:xfrm>
              <a:off x="7786673" y="3743803"/>
              <a:ext cx="1803600" cy="64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73FF93-6B24-5901-5FD6-0210608C19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033" y="3600163"/>
                <a:ext cx="1947240" cy="35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27560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1E752-9016-FAE0-4B75-1A4BD970D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are TCP/IP Commands Important for Linux Users?</a:t>
            </a:r>
            <a:br>
              <a:rPr lang="en-US" b="1" i="0" dirty="0">
                <a:solidFill>
                  <a:srgbClr val="1F4872"/>
                </a:solidFill>
                <a:effectLst/>
                <a:latin typeface="Helvetica" panose="020B0604020202020204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E2097-E5EF-FE22-94D9-41567A2FD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several reasons why TCP/IP commands are important for Linux users. 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and management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2">
              <a:spcBef>
                <a:spcPts val="10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and diagnostics</a:t>
            </a:r>
          </a:p>
          <a:p>
            <a:pPr marL="685800" lvl="2">
              <a:spcBef>
                <a:spcPts val="10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enhancement</a:t>
            </a:r>
          </a:p>
          <a:p>
            <a:pPr marL="685800" lvl="2">
              <a:spcBef>
                <a:spcPts val="10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Customization and optimization</a:t>
            </a:r>
          </a:p>
          <a:p>
            <a:pPr marL="685800" lvl="2">
              <a:spcBef>
                <a:spcPts val="10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and service configuration</a:t>
            </a:r>
          </a:p>
          <a:p>
            <a:pPr marL="685800" lvl="2">
              <a:spcBef>
                <a:spcPts val="100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 compatibility </a:t>
            </a:r>
          </a:p>
          <a:p>
            <a:pPr lvl="1"/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147530E-BBAF-B17A-DA1B-9F2260467C21}"/>
                  </a:ext>
                </a:extLst>
              </p14:cNvPr>
              <p14:cNvContentPartPr/>
              <p14:nvPr/>
            </p14:nvContentPartPr>
            <p14:xfrm>
              <a:off x="1655873" y="2886715"/>
              <a:ext cx="2473200" cy="89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147530E-BBAF-B17A-DA1B-9F2260467C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233" y="2742715"/>
                <a:ext cx="2616840" cy="37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7A161CE-6951-B970-44E4-2A0DCE4BBB1F}"/>
                  </a:ext>
                </a:extLst>
              </p14:cNvPr>
              <p14:cNvContentPartPr/>
              <p14:nvPr/>
            </p14:nvContentPartPr>
            <p14:xfrm>
              <a:off x="1661993" y="3829915"/>
              <a:ext cx="862560" cy="38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7A161CE-6951-B970-44E4-2A0DCE4BBB1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0353" y="3685915"/>
                <a:ext cx="1006200" cy="32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D5888C7-3B18-1F37-5D18-0179E82AC8AB}"/>
                  </a:ext>
                </a:extLst>
              </p14:cNvPr>
              <p14:cNvContentPartPr/>
              <p14:nvPr/>
            </p14:nvContentPartPr>
            <p14:xfrm>
              <a:off x="1655873" y="5175235"/>
              <a:ext cx="2198880" cy="756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D5888C7-3B18-1F37-5D18-0179E82AC8A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4233" y="5031595"/>
                <a:ext cx="23425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C72A791-9857-6686-9E70-1E3D857E4365}"/>
                  </a:ext>
                </a:extLst>
              </p14:cNvPr>
              <p14:cNvContentPartPr/>
              <p14:nvPr/>
            </p14:nvContentPartPr>
            <p14:xfrm>
              <a:off x="3864113" y="5250115"/>
              <a:ext cx="1242360" cy="298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C72A791-9857-6686-9E70-1E3D857E43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92473" y="5106475"/>
                <a:ext cx="1386000" cy="31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92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F24BF-67E5-238F-DFC8-B645E6EC0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UNIX Commands for TCP/IP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F6E84-FD0E-DFDA-5736-C488E166ED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Categories of Commands: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Configuration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Testing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Monitoring</a:t>
            </a:r>
          </a:p>
          <a:p>
            <a:pPr lvl="1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Resolution</a:t>
            </a: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98C4958-5B8E-CC97-DEFA-0A8F90087E79}"/>
              </a:ext>
            </a:extLst>
          </p:cNvPr>
          <p:cNvGrpSpPr/>
          <p:nvPr/>
        </p:nvGrpSpPr>
        <p:grpSpPr>
          <a:xfrm>
            <a:off x="5796593" y="1500643"/>
            <a:ext cx="2600640" cy="740160"/>
            <a:chOff x="5796593" y="1500643"/>
            <a:chExt cx="2600640" cy="74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309CD6B-0AA7-B62C-2514-5CB46067FDE8}"/>
                    </a:ext>
                  </a:extLst>
                </p14:cNvPr>
                <p14:cNvContentPartPr/>
                <p14:nvPr/>
              </p14:nvContentPartPr>
              <p14:xfrm>
                <a:off x="5831513" y="1673083"/>
                <a:ext cx="24120" cy="56772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309CD6B-0AA7-B62C-2514-5CB46067FDE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13513" y="1655443"/>
                  <a:ext cx="5976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595EE3-BAD3-7761-644D-7820688C01A7}"/>
                    </a:ext>
                  </a:extLst>
                </p14:cNvPr>
                <p14:cNvContentPartPr/>
                <p14:nvPr/>
              </p14:nvContentPartPr>
              <p14:xfrm>
                <a:off x="5796593" y="1684963"/>
                <a:ext cx="533880" cy="395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595EE3-BAD3-7761-644D-7820688C01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778953" y="1667323"/>
                  <a:ext cx="5695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AC16E12-2E16-075D-4DC4-0923E4C11843}"/>
                    </a:ext>
                  </a:extLst>
                </p14:cNvPr>
                <p14:cNvContentPartPr/>
                <p14:nvPr/>
              </p14:nvContentPartPr>
              <p14:xfrm>
                <a:off x="6519833" y="1602883"/>
                <a:ext cx="339840" cy="526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AC16E12-2E16-075D-4DC4-0923E4C1184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502193" y="1584883"/>
                  <a:ext cx="375480" cy="56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2A7DA0-08F2-E485-7DC7-C7B5A2AAB0FA}"/>
                    </a:ext>
                  </a:extLst>
                </p14:cNvPr>
                <p14:cNvContentPartPr/>
                <p14:nvPr/>
              </p14:nvContentPartPr>
              <p14:xfrm>
                <a:off x="7153793" y="1500643"/>
                <a:ext cx="448200" cy="619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2A7DA0-08F2-E485-7DC7-C7B5A2AAB0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136153" y="1483003"/>
                  <a:ext cx="48384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DCFBE2D-DE02-490A-4A83-65311C43F0A4}"/>
                    </a:ext>
                  </a:extLst>
                </p14:cNvPr>
                <p14:cNvContentPartPr/>
                <p14:nvPr/>
              </p14:nvContentPartPr>
              <p14:xfrm>
                <a:off x="7993673" y="1603963"/>
                <a:ext cx="55800" cy="5097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DCFBE2D-DE02-490A-4A83-65311C43F0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75673" y="1586323"/>
                  <a:ext cx="914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55280BE-3CA9-ED5D-690B-F02DDE30CEA6}"/>
                    </a:ext>
                  </a:extLst>
                </p14:cNvPr>
                <p14:cNvContentPartPr/>
                <p14:nvPr/>
              </p14:nvContentPartPr>
              <p14:xfrm>
                <a:off x="7890353" y="1516123"/>
                <a:ext cx="506880" cy="630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55280BE-3CA9-ED5D-690B-F02DDE30CE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72353" y="1498123"/>
                  <a:ext cx="542520" cy="66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41446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46032-EE13-EEE4-88F1-4C38424E2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Configuration Commands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3FDD3-ABFD-A049-A0F0-3F11B2A4D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or configures network interfaces.</a:t>
            </a:r>
          </a:p>
          <a:p>
            <a:pPr lvl="1"/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Basic information displayed upon using </a:t>
            </a:r>
            <a:r>
              <a:rPr lang="en-US" sz="2400" b="0" i="0" u="none" strike="noStrike" cap="none" spc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ifconfig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are:</a:t>
            </a:r>
            <a:endParaRPr lang="en-US" sz="2400" b="0" i="0" u="none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address</a:t>
            </a:r>
          </a:p>
          <a:p>
            <a:pPr lvl="2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MTU(Maximum Transmission Unit)</a:t>
            </a:r>
          </a:p>
          <a:p>
            <a:pPr lvl="1"/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ifconfig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eth0 or 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addr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</a:t>
            </a:r>
          </a:p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Displays/manages the routing table.</a:t>
            </a:r>
          </a:p>
          <a:p>
            <a:pPr lvl="1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-n</a:t>
            </a:r>
          </a:p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netstat: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network connections, routing tables, and interface statistics</a:t>
            </a:r>
            <a:r>
              <a:rPr lang="en-US" dirty="0"/>
              <a:t>.</a:t>
            </a:r>
          </a:p>
          <a:p>
            <a:pPr lvl="1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netstat -r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719300-0A9F-28AD-1B80-7586D1D5D252}"/>
                  </a:ext>
                </a:extLst>
              </p14:cNvPr>
              <p14:cNvContentPartPr/>
              <p14:nvPr/>
            </p14:nvContentPartPr>
            <p14:xfrm>
              <a:off x="4284233" y="2265643"/>
              <a:ext cx="1869480" cy="75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719300-0A9F-28AD-1B80-7586D1D5D25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12233" y="2122003"/>
                <a:ext cx="20131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4D7CDE3-65F7-601F-5592-04442632BB26}"/>
                  </a:ext>
                </a:extLst>
              </p14:cNvPr>
              <p14:cNvContentPartPr/>
              <p14:nvPr/>
            </p14:nvContentPartPr>
            <p14:xfrm>
              <a:off x="2145113" y="2793763"/>
              <a:ext cx="781920" cy="87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4D7CDE3-65F7-601F-5592-04442632BB2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3113" y="2649763"/>
                <a:ext cx="925560" cy="37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5EF3EFF-F648-4228-A886-6F64D910E525}"/>
                  </a:ext>
                </a:extLst>
              </p14:cNvPr>
              <p14:cNvContentPartPr/>
              <p14:nvPr/>
            </p14:nvContentPartPr>
            <p14:xfrm>
              <a:off x="2081393" y="3128203"/>
              <a:ext cx="454320" cy="22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5EF3EFF-F648-4228-A886-6F64D910E5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09753" y="2984563"/>
                <a:ext cx="59796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7CB3B49-7136-84D2-C616-014BA607F28A}"/>
                  </a:ext>
                </a:extLst>
              </p14:cNvPr>
              <p14:cNvContentPartPr/>
              <p14:nvPr/>
            </p14:nvContentPartPr>
            <p14:xfrm>
              <a:off x="2162393" y="3496123"/>
              <a:ext cx="425880" cy="12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7CB3B49-7136-84D2-C616-014BA607F28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90393" y="3352123"/>
                <a:ext cx="5695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EDFF829-004A-FA6A-72DA-E4F13E938B10}"/>
                  </a:ext>
                </a:extLst>
              </p14:cNvPr>
              <p14:cNvContentPartPr/>
              <p14:nvPr/>
            </p14:nvContentPartPr>
            <p14:xfrm>
              <a:off x="1627073" y="4640203"/>
              <a:ext cx="837720" cy="583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EDFF829-004A-FA6A-72DA-E4F13E938B1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55433" y="4496563"/>
                <a:ext cx="98136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5230FA7-75EA-0A44-F0EF-089753F897BD}"/>
                  </a:ext>
                </a:extLst>
              </p14:cNvPr>
              <p14:cNvContentPartPr/>
              <p14:nvPr/>
            </p14:nvContentPartPr>
            <p14:xfrm>
              <a:off x="4289993" y="4381723"/>
              <a:ext cx="1209960" cy="104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5230FA7-75EA-0A44-F0EF-089753F897B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17993" y="4238083"/>
                <a:ext cx="135360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370D5F1-637C-617D-FF0B-B24605ACC1BB}"/>
                  </a:ext>
                </a:extLst>
              </p14:cNvPr>
              <p14:cNvContentPartPr/>
              <p14:nvPr/>
            </p14:nvContentPartPr>
            <p14:xfrm>
              <a:off x="1707713" y="5676283"/>
              <a:ext cx="966600" cy="1328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370D5F1-637C-617D-FF0B-B24605ACC1B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35713" y="5532283"/>
                <a:ext cx="1110240" cy="4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99FFE9F-1392-766D-DA39-80FB8D5EAB9C}"/>
                  </a:ext>
                </a:extLst>
              </p14:cNvPr>
              <p14:cNvContentPartPr/>
              <p14:nvPr/>
            </p14:nvContentPartPr>
            <p14:xfrm>
              <a:off x="7067753" y="5347963"/>
              <a:ext cx="1747440" cy="1332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99FFE9F-1392-766D-DA39-80FB8D5EAB9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995753" y="5203963"/>
                <a:ext cx="1891080" cy="42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340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8C79B-C6D5-FA5B-191D-DB63DFDC3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9368"/>
            <a:ext cx="10515600" cy="496759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ss:</a:t>
            </a:r>
          </a:p>
          <a:p>
            <a:pPr lvl="1"/>
            <a:r>
              <a:rPr lang="en-IN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</a:t>
            </a:r>
            <a:r>
              <a:rPr lang="en-IN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eplacement for netstat command.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uch faster and more informative</a:t>
            </a:r>
            <a:endParaRPr lang="en-US" sz="2400" dirty="0"/>
          </a:p>
          <a:p>
            <a:pPr lvl="1"/>
            <a:r>
              <a:rPr lang="en-US" b="1" i="1"/>
              <a:t>ss </a:t>
            </a:r>
            <a:r>
              <a:rPr lang="en-US" b="1" i="1" dirty="0"/>
              <a:t>–ta, ss –</a:t>
            </a:r>
            <a:r>
              <a:rPr lang="en-US" b="1" i="1" dirty="0" err="1"/>
              <a:t>ua</a:t>
            </a:r>
            <a:r>
              <a:rPr lang="en-US" b="1" i="1" dirty="0"/>
              <a:t>, ss –xa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</a:rPr>
              <a:t>arp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Displays or modifies the ARP (Address Resolution Protocol) table.</a:t>
            </a:r>
          </a:p>
          <a:p>
            <a:pPr lvl="1"/>
            <a:r>
              <a:rPr lang="en-US" b="1" i="1" dirty="0" err="1"/>
              <a:t>arp</a:t>
            </a:r>
            <a:r>
              <a:rPr lang="en-US" b="1" i="1" dirty="0"/>
              <a:t> –a</a:t>
            </a:r>
          </a:p>
          <a:p>
            <a:pPr marL="228600" lvl="1">
              <a:spcBef>
                <a:spcPts val="1000"/>
              </a:spcBef>
            </a:pPr>
            <a:r>
              <a:rPr lang="en-US" sz="2800" b="1" dirty="0" err="1">
                <a:solidFill>
                  <a:schemeClr val="accent5">
                    <a:lumMod val="75000"/>
                  </a:schemeClr>
                </a:solidFill>
              </a:rPr>
              <a:t>iwconfig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</a:rPr>
              <a:t>: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Configure the wireless network interface.</a:t>
            </a:r>
          </a:p>
          <a:p>
            <a:pPr marL="685800" lvl="2">
              <a:spcBef>
                <a:spcPts val="10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/>
                <a:cs typeface="Times New Roman"/>
              </a:rPr>
              <a:t>Set and view the basic WI-FI details like SSID and encryption.</a:t>
            </a:r>
          </a:p>
          <a:p>
            <a:pPr lvl="1"/>
            <a:r>
              <a:rPr lang="en-US" b="1" i="1" dirty="0" err="1"/>
              <a:t>iwconfig</a:t>
            </a:r>
            <a:endParaRPr lang="en-US" b="1" i="1" dirty="0"/>
          </a:p>
          <a:p>
            <a:pPr marL="685800" lvl="2">
              <a:spcBef>
                <a:spcPts val="1000"/>
              </a:spcBef>
            </a:pPr>
            <a:endParaRPr lang="en-US" sz="240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685800" lvl="2">
              <a:spcBef>
                <a:spcPts val="1000"/>
              </a:spcBef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A939A75-24AD-6D43-9921-2B4E531E66FC}"/>
                  </a:ext>
                </a:extLst>
              </p14:cNvPr>
              <p14:cNvContentPartPr/>
              <p14:nvPr/>
            </p14:nvContentPartPr>
            <p14:xfrm>
              <a:off x="1788353" y="1724923"/>
              <a:ext cx="2552400" cy="15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A939A75-24AD-6D43-9921-2B4E531E66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16713" y="1580923"/>
                <a:ext cx="269604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D00C1C4-E759-A9EA-39A0-BDC2AC6CC331}"/>
                  </a:ext>
                </a:extLst>
              </p14:cNvPr>
              <p14:cNvContentPartPr/>
              <p14:nvPr/>
            </p14:nvContentPartPr>
            <p14:xfrm>
              <a:off x="2392433" y="2224963"/>
              <a:ext cx="574560" cy="23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D00C1C4-E759-A9EA-39A0-BDC2AC6CC33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0433" y="2081323"/>
                <a:ext cx="7182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A988BAE-82DE-8571-4E5A-CA6DBF6E35B8}"/>
                  </a:ext>
                </a:extLst>
              </p14:cNvPr>
              <p14:cNvContentPartPr/>
              <p14:nvPr/>
            </p14:nvContentPartPr>
            <p14:xfrm>
              <a:off x="1610153" y="2662363"/>
              <a:ext cx="806400" cy="56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A988BAE-82DE-8571-4E5A-CA6DBF6E35B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8513" y="2518363"/>
                <a:ext cx="9500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925452-779E-72B7-8000-FEB8316DAE66}"/>
                  </a:ext>
                </a:extLst>
              </p14:cNvPr>
              <p14:cNvContentPartPr/>
              <p14:nvPr/>
            </p14:nvContentPartPr>
            <p14:xfrm>
              <a:off x="1701953" y="4024963"/>
              <a:ext cx="642960" cy="7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9925452-779E-72B7-8000-FEB8316DAE6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30313" y="3880963"/>
                <a:ext cx="78660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F1D18E9-0966-9BD2-7976-072820022EC1}"/>
                  </a:ext>
                </a:extLst>
              </p14:cNvPr>
              <p14:cNvContentPartPr/>
              <p14:nvPr/>
            </p14:nvContentPartPr>
            <p14:xfrm>
              <a:off x="4715513" y="3624643"/>
              <a:ext cx="468000" cy="27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F1D18E9-0966-9BD2-7976-072820022EC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43513" y="3481003"/>
                <a:ext cx="6116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ABE8091-D8D8-9ECB-690C-BEE4835F1DB5}"/>
                  </a:ext>
                </a:extLst>
              </p14:cNvPr>
              <p14:cNvContentPartPr/>
              <p14:nvPr/>
            </p14:nvContentPartPr>
            <p14:xfrm>
              <a:off x="9229913" y="3622843"/>
              <a:ext cx="494640" cy="35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ABE8091-D8D8-9ECB-690C-BEE4835F1DB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58273" y="3479203"/>
                <a:ext cx="63828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0DCC1B3-0704-F4FE-3576-108D65396A51}"/>
                  </a:ext>
                </a:extLst>
              </p14:cNvPr>
              <p14:cNvContentPartPr/>
              <p14:nvPr/>
            </p14:nvContentPartPr>
            <p14:xfrm>
              <a:off x="3473513" y="4916323"/>
              <a:ext cx="2513520" cy="1274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0DCC1B3-0704-F4FE-3576-108D65396A5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01513" y="4772323"/>
                <a:ext cx="265716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44DA955-DA73-EBA9-BCA3-B1A4FE51698E}"/>
                  </a:ext>
                </a:extLst>
              </p14:cNvPr>
              <p14:cNvContentPartPr/>
              <p14:nvPr/>
            </p14:nvContentPartPr>
            <p14:xfrm>
              <a:off x="5992073" y="4912003"/>
              <a:ext cx="500040" cy="284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44DA955-DA73-EBA9-BCA3-B1A4FE51698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920433" y="4768003"/>
                <a:ext cx="64368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7A418E-4F7A-6A5D-C81A-0B251E8A950B}"/>
                  </a:ext>
                </a:extLst>
              </p14:cNvPr>
              <p14:cNvContentPartPr/>
              <p14:nvPr/>
            </p14:nvContentPartPr>
            <p14:xfrm>
              <a:off x="4571873" y="5393323"/>
              <a:ext cx="4541760" cy="936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7A418E-4F7A-6A5D-C81A-0B251E8A950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500233" y="5249683"/>
                <a:ext cx="4685400" cy="38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7563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DFC58-660E-878E-7546-194097D6E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ifplugstatus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check if a cable is plugged into the network interface</a:t>
            </a:r>
          </a:p>
          <a:p>
            <a:pPr lvl="1"/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ifplugstatus</a:t>
            </a:r>
            <a:endParaRPr lang="en-US" b="1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Install this using the command below:</a:t>
            </a: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lang="en-US" sz="2400" b="0" i="0" u="none" strike="noStrike" cap="none" spc="0" dirty="0" err="1">
                <a:solidFill>
                  <a:srgbClr val="000000"/>
                </a:solidFill>
                <a:latin typeface="Times New Roman"/>
                <a:cs typeface="Times New Roman"/>
              </a:rPr>
              <a:t>sudo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 apt-get install </a:t>
            </a:r>
            <a:r>
              <a:rPr lang="en-US" sz="2400" b="0" i="0" u="none" strike="noStrike" cap="none" spc="0" dirty="0" err="1">
                <a:solidFill>
                  <a:srgbClr val="000000"/>
                </a:solidFill>
                <a:latin typeface="Times New Roman"/>
                <a:cs typeface="Times New Roman"/>
              </a:rPr>
              <a:t>ifplugd</a:t>
            </a:r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457200" lvl="1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4BAEA83-7256-2E17-BBE3-84C88ECBB146}"/>
                  </a:ext>
                </a:extLst>
              </p14:cNvPr>
              <p14:cNvContentPartPr/>
              <p14:nvPr/>
            </p14:nvContentPartPr>
            <p14:xfrm>
              <a:off x="2622473" y="2454283"/>
              <a:ext cx="1300320" cy="1281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4BAEA83-7256-2E17-BBE3-84C88ECBB14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0473" y="2310283"/>
                <a:ext cx="144396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D254087-6CA1-2ABB-ADD9-70A24865EE10}"/>
                  </a:ext>
                </a:extLst>
              </p14:cNvPr>
              <p14:cNvContentPartPr/>
              <p14:nvPr/>
            </p14:nvContentPartPr>
            <p14:xfrm>
              <a:off x="3927833" y="2340163"/>
              <a:ext cx="1402560" cy="196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D254087-6CA1-2ABB-ADD9-70A24865EE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55833" y="2196523"/>
                <a:ext cx="154620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57AFCDA-C28D-FB02-2520-9BE8087E43C9}"/>
                  </a:ext>
                </a:extLst>
              </p14:cNvPr>
              <p14:cNvContentPartPr/>
              <p14:nvPr/>
            </p14:nvContentPartPr>
            <p14:xfrm>
              <a:off x="5336513" y="2443843"/>
              <a:ext cx="1075320" cy="92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57AFCDA-C28D-FB02-2520-9BE8087E43C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264873" y="2299843"/>
                <a:ext cx="121896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EB8E0EB-5780-E7CC-E0DE-B37D67399B85}"/>
                  </a:ext>
                </a:extLst>
              </p14:cNvPr>
              <p14:cNvContentPartPr/>
              <p14:nvPr/>
            </p14:nvContentPartPr>
            <p14:xfrm>
              <a:off x="6417953" y="2443843"/>
              <a:ext cx="2748600" cy="644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EB8E0EB-5780-E7CC-E0DE-B37D67399B8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345953" y="2300203"/>
                <a:ext cx="289224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3A2151-A5BE-BE89-616D-6951A3A784BE}"/>
                  </a:ext>
                </a:extLst>
              </p14:cNvPr>
              <p14:cNvContentPartPr/>
              <p14:nvPr/>
            </p14:nvContentPartPr>
            <p14:xfrm>
              <a:off x="1701953" y="2776483"/>
              <a:ext cx="1346400" cy="16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3A2151-A5BE-BE89-616D-6951A3A784B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30313" y="2632843"/>
                <a:ext cx="1490040" cy="45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13746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B7A3-D056-2444-AABA-A780A5878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Testing Commands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8F660-9625-7365-675B-034326D9C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342"/>
            <a:ext cx="10515600" cy="524059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ping: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connectivity to a remote host.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ost used network troubleshooting commands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ping google.com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traceroute: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Traces the route packets take to reach a destination.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sed to troubleshoot the network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etects the delay and determines the pathway to your target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etermines where the network latency comes from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traceroute example.com</a:t>
            </a:r>
          </a:p>
          <a:p>
            <a:pPr marL="0" indent="0">
              <a:buFont typeface="Arial"/>
              <a:buNone/>
              <a:defRPr/>
            </a:pP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Courier New"/>
                <a:cs typeface="Times New Roman"/>
              </a:rPr>
              <a:t>Install traceroute service using:	</a:t>
            </a:r>
            <a:endParaRPr lang="en-US" sz="2400" b="0" i="0" u="none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Courier New"/>
                <a:cs typeface="Times New Roman"/>
              </a:rPr>
              <a:t>	- </a:t>
            </a:r>
            <a:r>
              <a:rPr lang="en-US" sz="2400" b="0" i="0" u="none" dirty="0" err="1">
                <a:solidFill>
                  <a:srgbClr val="000000"/>
                </a:solidFill>
                <a:latin typeface="Times New Roman"/>
                <a:ea typeface="Courier New"/>
                <a:cs typeface="Times New Roman"/>
              </a:rPr>
              <a:t>sudo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Courier New"/>
                <a:cs typeface="Times New Roman"/>
              </a:rPr>
              <a:t> apt-get install </a:t>
            </a:r>
            <a:r>
              <a:rPr lang="en-US" sz="2400" b="0" i="0" u="none" dirty="0" err="1">
                <a:solidFill>
                  <a:srgbClr val="000000"/>
                </a:solidFill>
                <a:latin typeface="Times New Roman"/>
                <a:ea typeface="Courier New"/>
                <a:cs typeface="Times New Roman"/>
              </a:rPr>
              <a:t>inetutils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Courier New"/>
                <a:cs typeface="Times New Roman"/>
              </a:rPr>
              <a:t>-traceroute</a:t>
            </a:r>
          </a:p>
          <a:p>
            <a:pPr lvl="1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telnet: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application layer connectivity.</a:t>
            </a:r>
          </a:p>
          <a:p>
            <a:pPr lvl="1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telnet example.com 80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CC9FEB7-C3E1-4B99-5006-29FFDFCD7782}"/>
                  </a:ext>
                </a:extLst>
              </p14:cNvPr>
              <p14:cNvContentPartPr/>
              <p14:nvPr/>
            </p14:nvContentPartPr>
            <p14:xfrm>
              <a:off x="2300273" y="1801963"/>
              <a:ext cx="2840400" cy="13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CC9FEB7-C3E1-4B99-5006-29FFDFCD77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8273" y="1658323"/>
                <a:ext cx="2984040" cy="42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30BBF07-45F4-24C9-7D25-28DE30DB592E}"/>
                  </a:ext>
                </a:extLst>
              </p14:cNvPr>
              <p14:cNvContentPartPr/>
              <p14:nvPr/>
            </p14:nvContentPartPr>
            <p14:xfrm>
              <a:off x="1748033" y="2438083"/>
              <a:ext cx="1681200" cy="86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30BBF07-45F4-24C9-7D25-28DE30DB592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76393" y="2294443"/>
                <a:ext cx="182484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1BBC60C-A0B1-6FF3-76B6-C76C49F19636}"/>
                  </a:ext>
                </a:extLst>
              </p14:cNvPr>
              <p14:cNvContentPartPr/>
              <p14:nvPr/>
            </p14:nvContentPartPr>
            <p14:xfrm>
              <a:off x="3254993" y="3760363"/>
              <a:ext cx="1247040" cy="71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1BBC60C-A0B1-6FF3-76B6-C76C49F196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82993" y="3616723"/>
                <a:ext cx="139068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7265601-A89B-1E4E-0D5E-C12BD6F67554}"/>
                  </a:ext>
                </a:extLst>
              </p14:cNvPr>
              <p14:cNvContentPartPr/>
              <p14:nvPr/>
            </p14:nvContentPartPr>
            <p14:xfrm>
              <a:off x="4508513" y="3628243"/>
              <a:ext cx="3748680" cy="133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7265601-A89B-1E4E-0D5E-C12BD6F6755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436873" y="3484603"/>
                <a:ext cx="389232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70A431C-7A81-A0B3-B6EC-DBF44CD201DF}"/>
                  </a:ext>
                </a:extLst>
              </p14:cNvPr>
              <p14:cNvContentPartPr/>
              <p14:nvPr/>
            </p14:nvContentPartPr>
            <p14:xfrm>
              <a:off x="1707713" y="6032323"/>
              <a:ext cx="3741120" cy="184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70A431C-7A81-A0B3-B6EC-DBF44CD201D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35713" y="5888683"/>
                <a:ext cx="3884760" cy="47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44B4A91-02B9-A329-1427-6159F11D686C}"/>
                  </a:ext>
                </a:extLst>
              </p14:cNvPr>
              <p14:cNvContentPartPr/>
              <p14:nvPr/>
            </p14:nvContentPartPr>
            <p14:xfrm>
              <a:off x="5221313" y="4065283"/>
              <a:ext cx="645480" cy="23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44B4A91-02B9-A329-1427-6159F11D686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149673" y="3921643"/>
                <a:ext cx="7891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90123D2-D01C-E162-6C17-24F5F956D626}"/>
                  </a:ext>
                </a:extLst>
              </p14:cNvPr>
              <p14:cNvContentPartPr/>
              <p14:nvPr/>
            </p14:nvContentPartPr>
            <p14:xfrm>
              <a:off x="1811393" y="6509323"/>
              <a:ext cx="1833120" cy="81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90123D2-D01C-E162-6C17-24F5F956D6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39753" y="6365683"/>
                <a:ext cx="1976760" cy="3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399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71D86-BDB4-1728-446F-8FFAB7B5AE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mtr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Traceroute):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ombination of ping and the traceroute command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ontinuously displays information regarding the packets sent with the ping time of each hop</a:t>
            </a:r>
          </a:p>
          <a:p>
            <a:pPr lvl="1"/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to view the network issues</a:t>
            </a:r>
          </a:p>
          <a:p>
            <a:pPr lvl="1"/>
            <a:r>
              <a:rPr lang="en-US" b="1" i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mtr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google.com</a:t>
            </a:r>
            <a:endParaRPr lang="en-US" sz="2400" b="1" i="1" u="none" strike="noStrike" cap="none" spc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1"/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F1985D-5E5E-7A1B-E051-09A71CAB857E}"/>
                  </a:ext>
                </a:extLst>
              </p14:cNvPr>
              <p14:cNvContentPartPr/>
              <p14:nvPr/>
            </p14:nvContentPartPr>
            <p14:xfrm>
              <a:off x="1701953" y="2431963"/>
              <a:ext cx="2107080" cy="46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F1985D-5E5E-7A1B-E051-09A71CAB85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0313" y="2288323"/>
                <a:ext cx="225072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EAF8456-9C43-8D43-210A-6129EB6DE3FD}"/>
                  </a:ext>
                </a:extLst>
              </p14:cNvPr>
              <p14:cNvContentPartPr/>
              <p14:nvPr/>
            </p14:nvContentPartPr>
            <p14:xfrm>
              <a:off x="3812633" y="2417203"/>
              <a:ext cx="2520000" cy="6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EAF8456-9C43-8D43-210A-6129EB6DE3F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40633" y="2273203"/>
                <a:ext cx="266364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AA9DDD8-27D5-6762-A355-D4E913045EA4}"/>
                  </a:ext>
                </a:extLst>
              </p14:cNvPr>
              <p14:cNvContentPartPr/>
              <p14:nvPr/>
            </p14:nvContentPartPr>
            <p14:xfrm>
              <a:off x="7717553" y="2871523"/>
              <a:ext cx="1362960" cy="1656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AA9DDD8-27D5-6762-A355-D4E913045E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45913" y="2727523"/>
                <a:ext cx="1506600" cy="45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FF719F-55B7-44D6-B0C6-C9F3195C4B09}"/>
                  </a:ext>
                </a:extLst>
              </p14:cNvPr>
              <p14:cNvContentPartPr/>
              <p14:nvPr/>
            </p14:nvContentPartPr>
            <p14:xfrm>
              <a:off x="9063593" y="2983843"/>
              <a:ext cx="1629000" cy="53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FF719F-55B7-44D6-B0C6-C9F3195C4B0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991593" y="2839843"/>
                <a:ext cx="177264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5D879B4-BC30-20FB-3B6F-D751FC0E0F68}"/>
                  </a:ext>
                </a:extLst>
              </p14:cNvPr>
              <p14:cNvContentPartPr/>
              <p14:nvPr/>
            </p14:nvContentPartPr>
            <p14:xfrm>
              <a:off x="1621673" y="3266443"/>
              <a:ext cx="2112480" cy="191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5D879B4-BC30-20FB-3B6F-D751FC0E0F6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9673" y="3122803"/>
                <a:ext cx="2256120" cy="4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AD897A-2F5A-F1F2-BDFC-93F93BD66F39}"/>
                  </a:ext>
                </a:extLst>
              </p14:cNvPr>
              <p14:cNvContentPartPr/>
              <p14:nvPr/>
            </p14:nvContentPartPr>
            <p14:xfrm>
              <a:off x="1645073" y="3122803"/>
              <a:ext cx="1995120" cy="1897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AD897A-2F5A-F1F2-BDFC-93F93BD66F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73433" y="2979163"/>
                <a:ext cx="2138760" cy="47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486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BE6F6-B021-8C55-9B8D-D5B2DA6A7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Monitoring Commands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F03BF-AE7C-A19A-332F-43125E3DF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845"/>
            <a:ext cx="10515600" cy="532908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tcpdump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and analyzes network packets.</a:t>
            </a:r>
          </a:p>
          <a:p>
            <a:pPr lvl="1"/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tcpdump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eth0</a:t>
            </a:r>
          </a:p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wireshark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graphical tool for detailed network traffic analysis.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iftop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bandwidth usage by active connections.</a:t>
            </a:r>
          </a:p>
          <a:p>
            <a:pPr lvl="1"/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iftop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eth0</a:t>
            </a: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command to download and install </a:t>
            </a:r>
            <a:r>
              <a:rPr lang="en-US" sz="2400" b="0" i="0" u="none" strike="noStrike" cap="none" spc="0" dirty="0" err="1">
                <a:solidFill>
                  <a:srgbClr val="000000"/>
                </a:solidFill>
                <a:latin typeface="Times New Roman"/>
                <a:cs typeface="Times New Roman"/>
              </a:rPr>
              <a:t>iftop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 on your system</a:t>
            </a: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- </a:t>
            </a:r>
            <a:r>
              <a:rPr lang="en-US" sz="2400" b="0" i="0" u="none" strike="noStrike" cap="none" spc="0" dirty="0" err="1">
                <a:solidFill>
                  <a:srgbClr val="000000"/>
                </a:solidFill>
                <a:latin typeface="Times New Roman"/>
                <a:cs typeface="Times New Roman"/>
              </a:rPr>
              <a:t>wget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400" b="0" i="0" u="sng" strike="noStrike" cap="none" spc="0" dirty="0">
                <a:solidFill>
                  <a:srgbClr val="000000"/>
                </a:solidFill>
                <a:latin typeface="Times New Roman"/>
                <a:cs typeface="Times New Roman"/>
                <a:hlinkClick r:id="rId2" tooltip="http://www.ex-parrot.com/pdw/iftop/download/iftop-0.17.tar.gz"/>
              </a:rPr>
              <a:t>http://www.ex-parrot.com/pdw/iftop/download/iftop-0.17.tar.gz</a:t>
            </a:r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- tar </a:t>
            </a:r>
            <a:r>
              <a:rPr lang="en-US" sz="2400" b="0" i="0" u="none" strike="noStrike" cap="none" spc="0" dirty="0" err="1">
                <a:solidFill>
                  <a:srgbClr val="000000"/>
                </a:solidFill>
                <a:latin typeface="Times New Roman"/>
                <a:cs typeface="Times New Roman"/>
              </a:rPr>
              <a:t>zxvf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 iftop-0.17.tar.gz</a:t>
            </a: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- </a:t>
            </a:r>
            <a:r>
              <a:rPr lang="en-US" sz="18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cd iftop-0.17</a:t>
            </a:r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- </a:t>
            </a:r>
            <a:r>
              <a:rPr lang="en-US" sz="18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./configure</a:t>
            </a:r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- </a:t>
            </a:r>
            <a:r>
              <a:rPr lang="en-US" sz="18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make</a:t>
            </a:r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	- </a:t>
            </a:r>
            <a:r>
              <a:rPr lang="en-US" sz="1600" b="0" i="0" u="none" strike="noStrike" cap="none" spc="0" dirty="0">
                <a:solidFill>
                  <a:srgbClr val="000000"/>
                </a:solidFill>
                <a:latin typeface="Times New Roman"/>
                <a:cs typeface="Times New Roman"/>
              </a:rPr>
              <a:t>make install</a:t>
            </a:r>
            <a:endParaRPr lang="en-US" sz="2400" b="0" i="0" u="none" strike="noStrike" cap="none" spc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1C34EC-B3C6-81D5-F1C4-C3F3F2D8CFFF}"/>
                  </a:ext>
                </a:extLst>
              </p14:cNvPr>
              <p14:cNvContentPartPr/>
              <p14:nvPr/>
            </p14:nvContentPartPr>
            <p14:xfrm>
              <a:off x="1949273" y="2829043"/>
              <a:ext cx="1750320" cy="117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1C34EC-B3C6-81D5-F1C4-C3F3F2D8CFF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77633" y="2685403"/>
                <a:ext cx="18939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115E5E-7A97-84EA-1635-DB93D4AF429D}"/>
                  </a:ext>
                </a:extLst>
              </p14:cNvPr>
              <p14:cNvContentPartPr/>
              <p14:nvPr/>
            </p14:nvContentPartPr>
            <p14:xfrm>
              <a:off x="3703553" y="2852083"/>
              <a:ext cx="3037680" cy="85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115E5E-7A97-84EA-1635-DB93D4AF42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31553" y="2708083"/>
                <a:ext cx="318132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CAC3845-E718-5D09-03C6-7E39299D2796}"/>
                  </a:ext>
                </a:extLst>
              </p14:cNvPr>
              <p14:cNvContentPartPr/>
              <p14:nvPr/>
            </p14:nvContentPartPr>
            <p14:xfrm>
              <a:off x="1592873" y="2104363"/>
              <a:ext cx="1760040" cy="352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CAC3845-E718-5D09-03C6-7E39299D27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20873" y="1960363"/>
                <a:ext cx="190368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E0AFE2B-D1BD-2FE7-E8ED-08A666FB9988}"/>
                  </a:ext>
                </a:extLst>
              </p14:cNvPr>
              <p14:cNvContentPartPr/>
              <p14:nvPr/>
            </p14:nvContentPartPr>
            <p14:xfrm>
              <a:off x="1207673" y="3185803"/>
              <a:ext cx="484920" cy="648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E0AFE2B-D1BD-2FE7-E8ED-08A666FB99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6033" y="3041803"/>
                <a:ext cx="628560" cy="35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A9A8062-680F-7A37-90BF-2A371B4D17AB}"/>
                  </a:ext>
                </a:extLst>
              </p14:cNvPr>
              <p14:cNvContentPartPr/>
              <p14:nvPr/>
            </p14:nvContentPartPr>
            <p14:xfrm>
              <a:off x="2794913" y="3424483"/>
              <a:ext cx="3168360" cy="853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A9A8062-680F-7A37-90BF-2A371B4D17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22913" y="3280843"/>
                <a:ext cx="3312000" cy="3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96FD5A1-B330-A21C-B80E-2BDFC742F943}"/>
                  </a:ext>
                </a:extLst>
              </p14:cNvPr>
              <p14:cNvContentPartPr/>
              <p14:nvPr/>
            </p14:nvContentPartPr>
            <p14:xfrm>
              <a:off x="1771073" y="3755323"/>
              <a:ext cx="1437480" cy="34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96FD5A1-B330-A21C-B80E-2BDFC742F94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99433" y="3611323"/>
                <a:ext cx="158112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39C9BFF-8AF3-0C85-0F2F-66104D780135}"/>
                  </a:ext>
                </a:extLst>
              </p14:cNvPr>
              <p14:cNvContentPartPr/>
              <p14:nvPr/>
            </p14:nvContentPartPr>
            <p14:xfrm>
              <a:off x="3605633" y="2148283"/>
              <a:ext cx="2890080" cy="267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39C9BFF-8AF3-0C85-0F2F-66104D78013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587993" y="2130643"/>
                <a:ext cx="292572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E571296-4C6C-C445-6156-ABF052B7209E}"/>
                  </a:ext>
                </a:extLst>
              </p14:cNvPr>
              <p14:cNvContentPartPr/>
              <p14:nvPr/>
            </p14:nvContentPartPr>
            <p14:xfrm>
              <a:off x="2886713" y="3502243"/>
              <a:ext cx="747720" cy="105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E571296-4C6C-C445-6156-ABF052B7209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868713" y="3484243"/>
                <a:ext cx="783360" cy="1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48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BEE0-58EF-EFC4-465F-3F1E1019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5628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DNS Resolution Commands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64F65-AA2B-723F-6552-269A1389B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DNS servers for domain/IP information.</a:t>
            </a:r>
          </a:p>
          <a:p>
            <a:pPr lvl="1"/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google.com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dig(Domain Information Groper):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DNS lookup.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</a:t>
            </a:r>
            <a:r>
              <a:rPr lang="en-US" sz="24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sed to troubleshoot DNS related issues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 example.com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DNS resolution command.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fetch DNS lookup for DNS related query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 example.com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507273-AFE9-9057-1FF8-140C4DD54F72}"/>
                  </a:ext>
                </a:extLst>
              </p14:cNvPr>
              <p14:cNvContentPartPr/>
              <p14:nvPr/>
            </p14:nvContentPartPr>
            <p14:xfrm>
              <a:off x="1690793" y="2311723"/>
              <a:ext cx="1755720" cy="86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507273-AFE9-9057-1FF8-140C4DD54F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8793" y="2168083"/>
                <a:ext cx="1899360" cy="37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02816FA-5D3D-3896-33A8-53DDFB1E9CEE}"/>
                  </a:ext>
                </a:extLst>
              </p14:cNvPr>
              <p14:cNvContentPartPr/>
              <p14:nvPr/>
            </p14:nvContentPartPr>
            <p14:xfrm>
              <a:off x="3450473" y="2328643"/>
              <a:ext cx="3334320" cy="190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02816FA-5D3D-3896-33A8-53DDFB1E9C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8473" y="2185003"/>
                <a:ext cx="3477960" cy="47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2BF5B4-1F07-F116-D757-642631E860F0}"/>
                  </a:ext>
                </a:extLst>
              </p14:cNvPr>
              <p14:cNvContentPartPr/>
              <p14:nvPr/>
            </p14:nvContentPartPr>
            <p14:xfrm>
              <a:off x="4790393" y="2432323"/>
              <a:ext cx="2140200" cy="41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2BF5B4-1F07-F116-D757-642631E860F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8393" y="2288323"/>
                <a:ext cx="2283840" cy="32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0B52E3-075F-8AA8-F560-A462282B324C}"/>
                  </a:ext>
                </a:extLst>
              </p14:cNvPr>
              <p14:cNvContentPartPr/>
              <p14:nvPr/>
            </p14:nvContentPartPr>
            <p14:xfrm>
              <a:off x="1621673" y="3369403"/>
              <a:ext cx="2372760" cy="133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0B52E3-075F-8AA8-F560-A462282B324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49673" y="3225403"/>
                <a:ext cx="251640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97C97FF-59E2-A24B-032C-D1B32644D9F1}"/>
                  </a:ext>
                </a:extLst>
              </p14:cNvPr>
              <p14:cNvContentPartPr/>
              <p14:nvPr/>
            </p14:nvContentPartPr>
            <p14:xfrm>
              <a:off x="1259513" y="3133963"/>
              <a:ext cx="300960" cy="23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97C97FF-59E2-A24B-032C-D1B32644D9F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87513" y="2989963"/>
                <a:ext cx="44460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E66BCF8-EC03-D89C-154C-6C1F363215A6}"/>
                  </a:ext>
                </a:extLst>
              </p14:cNvPr>
              <p14:cNvContentPartPr/>
              <p14:nvPr/>
            </p14:nvContentPartPr>
            <p14:xfrm>
              <a:off x="2702753" y="3875923"/>
              <a:ext cx="3112920" cy="702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E66BCF8-EC03-D89C-154C-6C1F363215A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30753" y="3732283"/>
                <a:ext cx="325656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7907564-9C9F-186F-58D7-B92B97B57CD8}"/>
                  </a:ext>
                </a:extLst>
              </p14:cNvPr>
              <p14:cNvContentPartPr/>
              <p14:nvPr/>
            </p14:nvContentPartPr>
            <p14:xfrm>
              <a:off x="3255353" y="3409723"/>
              <a:ext cx="735840" cy="133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7907564-9C9F-186F-58D7-B92B97B57CD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83713" y="3266083"/>
                <a:ext cx="879480" cy="42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94A7C17-0129-8C6A-1874-33B499EC4403}"/>
                  </a:ext>
                </a:extLst>
              </p14:cNvPr>
              <p14:cNvContentPartPr/>
              <p14:nvPr/>
            </p14:nvContentPartPr>
            <p14:xfrm rot="2699999">
              <a:off x="3207991" y="3417678"/>
              <a:ext cx="105524" cy="1937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94A7C17-0129-8C6A-1874-33B499EC440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rot="2699999">
                <a:off x="3135961" y="3274197"/>
                <a:ext cx="249224" cy="3059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2757537-011A-54D6-3B6F-F6F71601CC40}"/>
                  </a:ext>
                </a:extLst>
              </p14:cNvPr>
              <p14:cNvContentPartPr/>
              <p14:nvPr/>
            </p14:nvContentPartPr>
            <p14:xfrm>
              <a:off x="2530313" y="5336803"/>
              <a:ext cx="2728080" cy="127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2757537-011A-54D6-3B6F-F6F71601CC4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58313" y="5192803"/>
                <a:ext cx="287172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0E3FA80-37CF-35F9-6286-F7C95A6535F2}"/>
                  </a:ext>
                </a:extLst>
              </p14:cNvPr>
              <p14:cNvContentPartPr/>
              <p14:nvPr/>
            </p14:nvContentPartPr>
            <p14:xfrm>
              <a:off x="5261993" y="5376043"/>
              <a:ext cx="1815120" cy="47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0E3FA80-37CF-35F9-6286-F7C95A6535F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189993" y="5232043"/>
                <a:ext cx="1958760" cy="3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BCCB8C2-71E1-4BFD-BEA3-75AEA9F4F0A3}"/>
                  </a:ext>
                </a:extLst>
              </p14:cNvPr>
              <p14:cNvContentPartPr/>
              <p14:nvPr/>
            </p14:nvContentPartPr>
            <p14:xfrm>
              <a:off x="4209353" y="3979603"/>
              <a:ext cx="36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BCCB8C2-71E1-4BFD-BEA3-75AEA9F4F0A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191713" y="396160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59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A48F2-D7FB-AC05-F491-AE42F9671A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whois</a:t>
            </a:r>
            <a:r>
              <a:rPr lang="en-US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b="0" i="0" u="none" strike="noStrike" cap="none" spc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etch all the information related to a website.</a:t>
            </a:r>
          </a:p>
          <a:p>
            <a:pPr lvl="1"/>
            <a:r>
              <a:rPr lang="en-US" b="1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whois</a:t>
            </a:r>
            <a:r>
              <a:rPr lang="en-US" b="1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&lt;website name&gt;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C1723D-CDAD-3814-908D-B4D97FD9D54A}"/>
                  </a:ext>
                </a:extLst>
              </p14:cNvPr>
              <p14:cNvContentPartPr/>
              <p14:nvPr/>
            </p14:nvContentPartPr>
            <p14:xfrm>
              <a:off x="1724993" y="2410363"/>
              <a:ext cx="5330160" cy="131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C1723D-CDAD-3814-908D-B4D97FD9D54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53353" y="2266723"/>
                <a:ext cx="5473800" cy="41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EA84CAF-C40A-205C-55D8-620C800F6B13}"/>
                  </a:ext>
                </a:extLst>
              </p14:cNvPr>
              <p14:cNvContentPartPr/>
              <p14:nvPr/>
            </p14:nvContentPartPr>
            <p14:xfrm>
              <a:off x="1753793" y="2892763"/>
              <a:ext cx="3010680" cy="351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EA84CAF-C40A-205C-55D8-620C800F6B1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1793" y="2748763"/>
                <a:ext cx="315432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6EFFCB-A5C2-1E8C-0B28-D955C2B37FAC}"/>
                  </a:ext>
                </a:extLst>
              </p14:cNvPr>
              <p14:cNvContentPartPr/>
              <p14:nvPr/>
            </p14:nvContentPartPr>
            <p14:xfrm>
              <a:off x="1778993" y="2880883"/>
              <a:ext cx="2643840" cy="116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6EFFCB-A5C2-1E8C-0B28-D955C2B37F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06993" y="2737243"/>
                <a:ext cx="2787480" cy="40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7994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BE69-6F15-6163-2FD5-3E2E1D89B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UNIX Networking Commands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B8DCF-DAFC-094A-D213-5D1C9A05B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curl: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Transfers data from or to a server using various protocols.</a:t>
            </a:r>
          </a:p>
          <a:p>
            <a:pPr lvl="1"/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curl http://example.com</a:t>
            </a:r>
          </a:p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Non-interactive download of files from the web.</a:t>
            </a:r>
          </a:p>
          <a:p>
            <a:pPr lvl="1"/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http://example.com/file.zip</a:t>
            </a:r>
          </a:p>
          <a:p>
            <a:r>
              <a:rPr lang="en-IN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scanning and port analysis.</a:t>
            </a:r>
          </a:p>
          <a:p>
            <a:pPr lvl="1"/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nmap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en-IN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192.168.1.0/24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DDF619E-F557-430E-8DED-62677456FF11}"/>
                  </a:ext>
                </a:extLst>
              </p14:cNvPr>
              <p14:cNvContentPartPr/>
              <p14:nvPr/>
            </p14:nvContentPartPr>
            <p14:xfrm>
              <a:off x="1696193" y="3779443"/>
              <a:ext cx="2312280" cy="63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DDF619E-F557-430E-8DED-62677456FF1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24553" y="3635443"/>
                <a:ext cx="2455920" cy="35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B0C7AB7-515C-FD2C-8087-9785586331CA}"/>
                  </a:ext>
                </a:extLst>
              </p14:cNvPr>
              <p14:cNvContentPartPr/>
              <p14:nvPr/>
            </p14:nvContentPartPr>
            <p14:xfrm>
              <a:off x="4013873" y="3708523"/>
              <a:ext cx="3491640" cy="10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B0C7AB7-515C-FD2C-8087-9785586331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41873" y="3564883"/>
                <a:ext cx="3635280" cy="3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13CB7AD-DD23-3C40-ED6A-9A5CCB4BEE36}"/>
                  </a:ext>
                </a:extLst>
              </p14:cNvPr>
              <p14:cNvContentPartPr/>
              <p14:nvPr/>
            </p14:nvContentPartPr>
            <p14:xfrm>
              <a:off x="1587113" y="4104523"/>
              <a:ext cx="3807000" cy="122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13CB7AD-DD23-3C40-ED6A-9A5CCB4BEE3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5473" y="3960883"/>
                <a:ext cx="395064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A8EBA7-81CA-5A42-7598-7E3FA3889913}"/>
                  </a:ext>
                </a:extLst>
              </p14:cNvPr>
              <p14:cNvContentPartPr/>
              <p14:nvPr/>
            </p14:nvContentPartPr>
            <p14:xfrm>
              <a:off x="1776833" y="2484163"/>
              <a:ext cx="1847880" cy="738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A8EBA7-81CA-5A42-7598-7E3FA38899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04833" y="2340163"/>
                <a:ext cx="1991520" cy="36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B042804-5DB9-4B6D-A232-59FCD7046217}"/>
                  </a:ext>
                </a:extLst>
              </p14:cNvPr>
              <p14:cNvContentPartPr/>
              <p14:nvPr/>
            </p14:nvContentPartPr>
            <p14:xfrm>
              <a:off x="3628673" y="2558683"/>
              <a:ext cx="2002320" cy="417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B042804-5DB9-4B6D-A232-59FCD704621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557033" y="2415043"/>
                <a:ext cx="214596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E629CDB-2C57-40F4-8417-7EEA70DC183A}"/>
                  </a:ext>
                </a:extLst>
              </p14:cNvPr>
              <p14:cNvContentPartPr/>
              <p14:nvPr/>
            </p14:nvContentPartPr>
            <p14:xfrm>
              <a:off x="1724993" y="2819323"/>
              <a:ext cx="2944440" cy="741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E629CDB-2C57-40F4-8417-7EEA70DC183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53353" y="2675323"/>
                <a:ext cx="3088080" cy="36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BE945AB-D7DA-5F1D-AD19-2E3EE07E427F}"/>
                  </a:ext>
                </a:extLst>
              </p14:cNvPr>
              <p14:cNvContentPartPr/>
              <p14:nvPr/>
            </p14:nvContentPartPr>
            <p14:xfrm>
              <a:off x="1788353" y="4939003"/>
              <a:ext cx="3634200" cy="174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BE945AB-D7DA-5F1D-AD19-2E3EE07E42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716713" y="4795363"/>
                <a:ext cx="3777840" cy="46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FB19852-EC72-C4AC-0DCD-B3E78EF3DA4B}"/>
                  </a:ext>
                </a:extLst>
              </p14:cNvPr>
              <p14:cNvContentPartPr/>
              <p14:nvPr/>
            </p14:nvContentPartPr>
            <p14:xfrm>
              <a:off x="1817153" y="5457403"/>
              <a:ext cx="2744280" cy="87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FB19852-EC72-C4AC-0DCD-B3E78EF3DA4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45513" y="5313763"/>
                <a:ext cx="288792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99E6FB75-9611-E48A-4B61-D8DA0A8CE09B}"/>
                  </a:ext>
                </a:extLst>
              </p14:cNvPr>
              <p14:cNvContentPartPr/>
              <p14:nvPr/>
            </p14:nvContentPartPr>
            <p14:xfrm>
              <a:off x="1259513" y="4887523"/>
              <a:ext cx="1573200" cy="345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99E6FB75-9611-E48A-4B61-D8DA0A8CE09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41513" y="4869883"/>
                <a:ext cx="1608840" cy="38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98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63A4E60B23240A00B90F2213B2739" ma:contentTypeVersion="0" ma:contentTypeDescription="Create a new document." ma:contentTypeScope="" ma:versionID="c8cc419cdbfea032f1ac163ca1d0a78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5980B3-8245-4703-81FB-431B732B5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CA9DCB6-6765-472C-A131-F260459F9F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1A8252-2D01-429A-AD05-A91CD9B15E08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1076</TotalTime>
  <Words>630</Words>
  <Application>Microsoft Office PowerPoint</Application>
  <PresentationFormat>Widescreen</PresentationFormat>
  <Paragraphs>113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Helvetica</vt:lpstr>
      <vt:lpstr>Times New Roman</vt:lpstr>
      <vt:lpstr>Office Theme</vt:lpstr>
      <vt:lpstr>UNIX Commands for TCP/IP</vt:lpstr>
      <vt:lpstr>Introduction to TCP/IP </vt:lpstr>
      <vt:lpstr>Why are TCP/IP Commands Important for Linux Users? </vt:lpstr>
      <vt:lpstr>Essential UNIX Commands for TCP/IP </vt:lpstr>
      <vt:lpstr>Network Configuration Commands </vt:lpstr>
      <vt:lpstr>PowerPoint Presentation</vt:lpstr>
      <vt:lpstr>PowerPoint Presentation</vt:lpstr>
      <vt:lpstr>Connection Testing Commands </vt:lpstr>
      <vt:lpstr>PowerPoint Presentation</vt:lpstr>
      <vt:lpstr>Traffic Monitoring Commands </vt:lpstr>
      <vt:lpstr>DNS Resolution Commands </vt:lpstr>
      <vt:lpstr>PowerPoint Presentation</vt:lpstr>
      <vt:lpstr>Advanced UNIX Networking Commands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Prangya Priyadarshini</dc:creator>
  <cp:lastModifiedBy>Ayush Panda</cp:lastModifiedBy>
  <cp:revision>55</cp:revision>
  <dcterms:created xsi:type="dcterms:W3CDTF">2025-01-09T04:39:35Z</dcterms:created>
  <dcterms:modified xsi:type="dcterms:W3CDTF">2026-02-12T20:06:32Z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0x01010083663A4E60B23240A00B90F2213B2739</vt:lpwstr>
  </property>
</Properties>
</file>