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8"/>
  </p:notesMasterIdLst>
  <p:sldIdLst>
    <p:sldId id="256" r:id="rId5"/>
    <p:sldId id="257" r:id="rId6"/>
    <p:sldId id="268" r:id="rId7"/>
    <p:sldId id="269" r:id="rId8"/>
    <p:sldId id="258" r:id="rId9"/>
    <p:sldId id="260" r:id="rId10"/>
    <p:sldId id="261" r:id="rId11"/>
    <p:sldId id="262" r:id="rId12"/>
    <p:sldId id="266" r:id="rId13"/>
    <p:sldId id="267" r:id="rId14"/>
    <p:sldId id="263" r:id="rId15"/>
    <p:sldId id="264" r:id="rId16"/>
    <p:sldId id="265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3" d="100"/>
          <a:sy n="83" d="100"/>
        </p:scale>
        <p:origin x="435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12T13:45:25.833"/>
    </inkml:context>
    <inkml:brush xml:id="br0">
      <inkml:brushProperty name="width" value="0.4" units="cm"/>
      <inkml:brushProperty name="height" value="0.8" units="cm"/>
      <inkml:brushProperty name="color" value="#D9AE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1,'27'7,"1"-2,53 5,-58-7,159 20,-87-8,158 2,532-19,-417 3,-142 15,-50-1,-28-3,-89-6,-1 1,57 2,-67-7,60 11,25 2,-57-12,104 6,137-3,-306-6,12 1,0 1,40 9,22 3,351 13,-385-24,192 2,-86-3,137 21,-50-1,-110-21,-126-1,7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12T13:45:27.159"/>
    </inkml:context>
    <inkml:brush xml:id="br0">
      <inkml:brushProperty name="width" value="0.4" units="cm"/>
      <inkml:brushProperty name="height" value="0.8" units="cm"/>
      <inkml:brushProperty name="color" value="#D9AE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0 402,'335'-22,"-4"-31,-190 28,175-38,-13 2,-158 39,134-14,183 6,-165 12,-261 16,93-11,-29-3,177-7,-187 21,236-6,427 1,-475 8,877-1,-1084 4,0 3,72 16,3 0,137 12,-263-32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12T13:45:29.505"/>
    </inkml:context>
    <inkml:brush xml:id="br0">
      <inkml:brushProperty name="width" value="0.4" units="cm"/>
      <inkml:brushProperty name="height" value="0.8" units="cm"/>
      <inkml:brushProperty name="color" value="#D9AE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27,'23'0,"546"10,116-2,-424-9,-120 0,151 2,-154 6,71 2,19-8,224-3,-99-27,45-1,202 53,-550-20,206 28,-243-29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12T13:45:31.006"/>
    </inkml:context>
    <inkml:brush xml:id="br0">
      <inkml:brushProperty name="width" value="0.4" units="cm"/>
      <inkml:brushProperty name="height" value="0.8" units="cm"/>
      <inkml:brushProperty name="color" value="#D9AE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0,'106'30,"-32"-11,450 107,-403-105,0-6,236-1,-198-14,274-15,-310-9,-83 15,69-8,117 9,193-10,-299 12,393-11,-255 25,-79 0,132 16,-281-21,144 20,97 8,-169-27,515 8,-328-41,-95 12,-79 9,552-28,-583 33,340 3,-369 7,0 2,80 24,-32-6,-70-20,-7-1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12T13:46:57.962"/>
    </inkml:context>
    <inkml:brush xml:id="br0">
      <inkml:brushProperty name="width" value="0.4" units="cm"/>
      <inkml:brushProperty name="height" value="0.8" units="cm"/>
      <inkml:brushProperty name="color" value="#D9AE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1,'118'0,"582"9,-338 12,-319-17,-1 2,43 12,-59-14,0-1,1-1,46-4,-18 1,80-7,-14 0,285 17,-241 1,348 25,-305-12,-193-21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12T13:46:59.316"/>
    </inkml:context>
    <inkml:brush xml:id="br0">
      <inkml:brushProperty name="width" value="0.4" units="cm"/>
      <inkml:brushProperty name="height" value="0.8" units="cm"/>
      <inkml:brushProperty name="color" value="#D9AE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1,'1522'0,"-1148"16,-42 0,534 42,-673-32,12 1,309 2,-503-29,673 4,-397-5,547 1,-200 50,155 23,-373-36,280 12,-238-49,-174-2,-269 2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12T13:48:18.652"/>
    </inkml:context>
    <inkml:brush xml:id="br0">
      <inkml:brushProperty name="width" value="0.4" units="cm"/>
      <inkml:brushProperty name="height" value="0.8" units="cm"/>
      <inkml:brushProperty name="color" value="#D9AE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1,'442'0,"-395"2,77 14,-25-2,119 3,-21-3,-146-6,-32-4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12T13:48:24.483"/>
    </inkml:context>
    <inkml:brush xml:id="br0">
      <inkml:brushProperty name="width" value="0.4" units="cm"/>
      <inkml:brushProperty name="height" value="0.8" units="cm"/>
      <inkml:brushProperty name="color" value="#D9AE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1,'196'10,"149"-2,-215-10,-96 1,43-8,-61 7,12-1,28 2,-39 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12T13:48:28.472"/>
    </inkml:context>
    <inkml:brush xml:id="br0">
      <inkml:brushProperty name="width" value="0.4" units="cm"/>
      <inkml:brushProperty name="height" value="0.8" units="cm"/>
      <inkml:brushProperty name="color" value="#D9AE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0 146,'572'-18,"-303"6,-114 6,364-7,-386 4,-72 3,37-2,586-32,-434 40,97-1,-113-14,5 0,336 13,-297 3,1427-1,-1294 22,-230-9,-12-3,403 32,-170-13,-101-10,-5 15,-71-7,153 12,-277-23,3 1,-95-15,-1 0,0 0,0 0,0 1,8 4,-4-1,2-1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12T13:48:34.256"/>
    </inkml:context>
    <inkml:brush xml:id="br0">
      <inkml:brushProperty name="width" value="0.4" units="cm"/>
      <inkml:brushProperty name="height" value="0.8" units="cm"/>
      <inkml:brushProperty name="color" value="#D9AE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1 353,'3'-2,"1"0,-1 0,1 1,0-1,-1 1,1 0,0 0,0 0,0 0,0 1,0 0,7 0,-1 0,81-4,52-4,-56-3,0-5,90-28,-70 10,57-15,95 7,-78 16,282-17,-333 36,67 3,-46 2,-28-6,31 0,62 8,158-6,353-20,-33 26,-683 1,1 1,-1 0,0 0,-1 1,1 0,20 10,21 5,-34-12,25 12,9 3,-35-16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2T13:48:43.019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803 0 24575,'-7'1'0,"1"-1"0,0 1 0,0 1 0,-9 2 0,-6 1 0,-75 20 0,-121 47 0,35 10 0,120-52 0,13-10 0,34-15 0,1 0 0,0 1 0,0 1 0,-21 14 0,32-18 0,-1 1 0,0-1 0,1 1 0,0 0 0,0 0 0,0 0 0,0 1 0,1-1 0,0 1 0,0-1 0,0 1 0,0 0 0,1 0 0,0 0 0,-2 9 0,1 6 0,1-1 0,3 34 0,-2-39 0,2 1 0,0-1 0,0 0 0,1 0 0,1 0 0,0 0 0,1 0 0,1-1 0,0 0 0,1 0 0,0 0 0,1-1 0,0 0 0,1-1 0,1 0 0,-1 0 0,2-1 0,-1 0 0,2-1 0,12 8 0,5 2 0,1-2 0,2-1 0,-1-2 0,2-1 0,54 14 0,174 26 0,-216-46 0,240 35 0,-198-34 0,112-4 0,-181-5-1365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2T13:48:44.628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1 354 24575,'8'26'0,"2"0"0,0 0 0,20 33 0,-21-41 0,23 39 0,63 89 0,-86-135 0,1 0 0,0 0 0,0-1 0,1-1 0,1 0 0,17 11 0,2-2 0,50 22 0,-42-25 5,1-1-1,0-3 1,0 0-1,1-3 1,69 6-1,-53-12-239,0-1 1,0-4-1,94-15 0,-90 6 158,-1-3 1,-1-3-1,81-34 1,-68 18-210,-1-3 1,77-54 0,116-114-431,-25-24 832,-213 202-209,127-141-765,-139 150-3708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2T13:50:51.387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1 911 24575,'47'53'0,"3"1"0,-49-53 0,110 102 0,-80-77 0,60 38 0,-83-59 0,0 0 0,1-1 0,-1-1 0,1 1 0,0-1 0,0-1 0,0 0 0,0 0 0,1-1 0,9 1 0,-7-2 0,0-1 0,1 0 0,-1-1 0,0 0 0,0-1 0,0-1 0,14-5 0,12-7-9,-1-2-1,-1-1 1,55-40 0,97-87-875,-177 137 785,160-132-271,182-148-732,12 21 479,-341 252 618,161-103-266,-139 92 156,99-41 1,-132 63 289,0 0-1,0 1 1,1 0 0,-1 1 0,1 0-1,0 1 1,14 0 0,-25 3-79,-1-1 1,0 0-1,0 0 0,0 1 1,0 0-1,1-1 1,-1 1-1,0 0 0,0 0 1,0 0-1,-1 0 1,1 0-1,0 0 1,0 1-1,0-1 0,-1 1 1,1-1-1,-1 1 1,1-1-1,-1 1 1,2 2-1,1 4-316,0-1 0,-1 1 0,0-1 0,3 11 0,-5-16 56,9 33-6662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2T13:50:55.823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0 461 24575,'12'9'0,"-1"0"0,0 0 0,17 21 0,-2-2 0,5 1 0,57 44 0,-69-60 0,1 0 0,1-2 0,-1 0 0,39 14 0,-52-22 0,1-1 0,0 0 0,0-1 0,0 0 0,0 0 0,0 0 0,0-1 0,0 0 0,0-1 0,0 0 0,-1 0 0,1-1 0,0 0 0,0 0 0,-1-1 0,1 0 0,-1 0 0,13-8 0,37-26 0,-2-3 0,67-64 0,-88 74 0,64-61 0,-4-4 0,150-199 0,-234 283-1365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2T13:50:57.074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0 24575,'14'28'0,"25"39"0,-15-31 0,102 154 0,412 524-6243,-365-530 4795,-19-49 1372,-119-108 190,47 26 0,-61-42 120,0 0 1,1-2-1,36 12 1,-49-18-215,1-1 0,0 0-1,0-1 1,0 0 0,0 0-1,0-1 1,1 0 0,-1-1 0,19-3-1,-21 1 29,0 1 0,0-1 0,0-1 0,0 1-1,-1-1 1,1-1 0,-1 1 0,0-1 0,-1-1 0,1 1-1,9-12 1,2-4 292,-1-1 0,-1-1 0,-2 0 0,0-1 0,11-28 0,47-133 1007,-68 173-1340,85-233 418,-68 190-6605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2T13:50:58.908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1 222 24575,'32'84'0,"79"179"0,-90-221 0,33 62 0,-52-100 0,0 0 0,1-1 0,-1 1 0,1-1 0,-1 1 0,1-1 0,0 0 0,1 0 0,3 2 0,-5-4 0,0 1 0,0-1 0,1-1 0,-1 1 0,0 0 0,1 0 0,-1-1 0,1 0 0,-1 1 0,1-1 0,-1 0 0,1 0 0,-1 0 0,0 0 0,1-1 0,-1 1 0,4-2 0,7-2 0,-1-1 0,0 0 0,0-1 0,0-1 0,16-11 0,-11 8 0,301-198-200,68-42-289,20 30 212,-358 197-927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2T13:51:00.247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1051 24575,'60'66'0,"21"20"0,86 76 0,-164-159 0,-1-1 0,0 0 0,1 0 0,-1 0 0,1 0 0,0 0 0,-1 0 0,1-1 0,0 1 0,0-1 0,0 0 0,0 0 0,1 0 0,-1 0 0,0-1 0,0 1 0,0-1 0,1 0 0,-1 0 0,0 0 0,0 0 0,1-1 0,-1 1 0,0-1 0,0 0 0,0 0 0,0 0 0,0 0 0,4-2 0,11-6 0,-1-1 0,0-1 0,23-20 0,-25 19 0,874-667-4089,-497 384 2953,-199 151 368,-167 124 636,194-139 751,-202 148-3304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12T14:00:13.592"/>
    </inkml:context>
    <inkml:brush xml:id="br0">
      <inkml:brushProperty name="width" value="0.4" units="cm"/>
      <inkml:brushProperty name="height" value="0.8" units="cm"/>
      <inkml:brushProperty name="color" value="#D9AE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1,'74'22,"0"4,74 37,-73-30,125 39,-168-65,1-2,56 2,-59-5,290 1,-182-4,-23 2,249-8,31-15,-227 18,-54 3,141-20,332-31,5 47,-485 5,272 32,-198-11,297 8,-23 6,-205-12,-128-12,-80-7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12T14:00:14.310"/>
    </inkml:context>
    <inkml:brush xml:id="br0">
      <inkml:brushProperty name="width" value="0.4" units="cm"/>
      <inkml:brushProperty name="height" value="0.8" units="cm"/>
      <inkml:brushProperty name="color" value="#D9AE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0,'120'1,"20"4,52 2,818 1,-125-3,-808-3,297-7,-288-2,-66 7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12T14:04:29.688"/>
    </inkml:context>
    <inkml:brush xml:id="br0">
      <inkml:brushProperty name="width" value="0.4" units="cm"/>
      <inkml:brushProperty name="height" value="0.8" units="cm"/>
      <inkml:brushProperty name="color" value="#D9AE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0 188,'4'-2,"1"1,-1-1,1 1,-1 0,1 0,-1 0,7 1,2-2,512-44,-511 45,114-7,80-6,-47-8,135-14,-73 10,-126 13,-62 6,-24 4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12T14:04:47.107"/>
    </inkml:context>
    <inkml:brush xml:id="br0">
      <inkml:brushProperty name="width" value="0.4" units="cm"/>
      <inkml:brushProperty name="height" value="0.8" units="cm"/>
      <inkml:brushProperty name="color" value="#D9AE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0,'4'2,"-1"-1,1 0,0 0,0-1,7 1,7 1,757 62,-645-56,42 4,144 7,411-33,-158-3,527 18,-813 7,5 0,-282-8,407-15,-344 7,44-6,126 2,-226 12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12T14:04:48.803"/>
    </inkml:context>
    <inkml:brush xml:id="br0">
      <inkml:brushProperty name="width" value="0.4" units="cm"/>
      <inkml:brushProperty name="height" value="0.8" units="cm"/>
      <inkml:brushProperty name="color" value="#D9AE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1,'20'0,"27"3,-20 0,89 9,49 2,1303 66,-846-86,-2-20,-576 24,1746 8,-1489 7,-79 11,387 0,-319-10,-183 2,-68-9,52 4,-72-11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12T14:05:33.637"/>
    </inkml:context>
    <inkml:brush xml:id="br0">
      <inkml:brushProperty name="width" value="0.4" units="cm"/>
      <inkml:brushProperty name="height" value="0.8" units="cm"/>
      <inkml:brushProperty name="color" value="#D9AE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97,'285'1,"676"-14,-551-27,44-2,-6 40,-299 3,15 7,-65-2,122 7,129 4,188 27,36 45,-317-23,-231-59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12T14:05:34.656"/>
    </inkml:context>
    <inkml:brush xml:id="br0">
      <inkml:brushProperty name="width" value="0.4" units="cm"/>
      <inkml:brushProperty name="height" value="0.8" units="cm"/>
      <inkml:brushProperty name="color" value="#D9AE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0 372,'13'1,"0"0,17 4,9 1,482 14,-460-19,962-24,-178-72,-452 25,-46 8,70 4,614-9,-933 68,0 4,126 21,-178-19,0-2,71-2,91-16,-138 7,444-41,-351 35,294 19,156 59,-227-5,-41-5,2-21,150-32,-470-5,-3-2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12T14:05:35.277"/>
    </inkml:context>
    <inkml:brush xml:id="br0">
      <inkml:brushProperty name="width" value="0.4" units="cm"/>
      <inkml:brushProperty name="height" value="0.8" units="cm"/>
      <inkml:brushProperty name="color" value="#D9AE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0,'342'11,"-138"-3,314 5,140 4,0 20,-354-5,-1 13,536 153,-759-175,148 66,-185-66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12T14:11:51.439"/>
    </inkml:context>
    <inkml:brush xml:id="br0">
      <inkml:brushProperty name="width" value="0.4" units="cm"/>
      <inkml:brushProperty name="height" value="0.8" units="cm"/>
      <inkml:brushProperty name="color" value="#D9AE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50,'2'2,"1"0,0 0,0-1,0 1,0-1,1 1,-1-1,0 0,1 0,3 0,6 2,42 11,73 9,61-5,-179-17,42 3,1 2,64 16,-37-5,2-3,102 5,-116-15,1-3,-1-3,0-3,0-3,97-24,59-7,-105 21,74-9,-44 6,-87 14,65 2,-2 0,177-14,-237 14,281-13,921 18,-1024 18,-105-4,289 3,2085-17,-2488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12T14:11:53.596"/>
    </inkml:context>
    <inkml:brush xml:id="br0">
      <inkml:brushProperty name="width" value="0.4" units="cm"/>
      <inkml:brushProperty name="height" value="0.8" units="cm"/>
      <inkml:brushProperty name="color" value="#D9AE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0,'5'2,"1"0,-1-1,0 1,0-1,1-1,-1 1,9-1,0 1,491 7,-49-4,-63 34,-222-18,307 53,-294-27,-5-1,-127-35,80 6,-31-10,169 7,139-14,-352-2,62-10,-101 11,60-10,138-38,-169 36,2 2,-1 3,72-6,508 1,-580 14,552 0,-593 0,0 0,0 1,-1 0,1 0,0 0,11 5,-15-5,0 1,0-1,-1 1,1-1,0 1,0 0,-1 0,0 1,1-1,-1 0,0 1,0-1,0 1,0 0,-1-1,3 5,0 4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12T14:11:55.130"/>
    </inkml:context>
    <inkml:brush xml:id="br0">
      <inkml:brushProperty name="width" value="0.4" units="cm"/>
      <inkml:brushProperty name="height" value="0.8" units="cm"/>
      <inkml:brushProperty name="color" value="#D9AE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1 322,'88'-7,"575"-28,663-3,-1188 39,181-2,-1-32,-111 8,116 1,-165 5,-18 2,383-9,3 25,-238 3,46 6,-8 0,763-9,-583-29,-266 10,62-7,-4 1,0 16,360 11,-397-1,-239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12T14:11:57.574"/>
    </inkml:context>
    <inkml:brush xml:id="br0">
      <inkml:brushProperty name="width" value="0.4" units="cm"/>
      <inkml:brushProperty name="height" value="0.8" units="cm"/>
      <inkml:brushProperty name="color" value="#D9AE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81,'54'15,"83"13,-57-13,186 29,-200-37,-1-3,74-5,34-22,-8 1,251 3,-94 1,-203 9,297-35,124 1,-352 39,412-6,-397 18,-5 1,-109-10,202 10,-103-2,-174-7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12T14:11:59.136"/>
    </inkml:context>
    <inkml:brush xml:id="br0">
      <inkml:brushProperty name="width" value="0.4" units="cm"/>
      <inkml:brushProperty name="height" value="0.8" units="cm"/>
      <inkml:brushProperty name="color" value="#D9AE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1,'22'10,"0"-1,30 7,-6-1,11 5,221 71,-186-65,99 14,143-11,0-28,-198-2,266-20,-3-22,-154 16,389-11,3 37,-308 3,1744-2,-1779 13,-100 17,20 2,5-28,-68-3,-35 6,27 1,237-7,-179-2,-174 1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12T14:12:02.873"/>
    </inkml:context>
    <inkml:brush xml:id="br0">
      <inkml:brushProperty name="width" value="0.4" units="cm"/>
      <inkml:brushProperty name="height" value="0.8" units="cm"/>
      <inkml:brushProperty name="color" value="#D9AEFF"/>
      <inkml:brushProperty name="tip" value="rectangle"/>
      <inkml:brushProperty name="rasterOp" value="maskPen"/>
      <inkml:brushProperty name="ignorePressure" value="1"/>
    </inkml:brush>
  </inkml:definitions>
  <inkml:trace contextRef="#ctx0" brushRef="#br0">8341 208,'-534'32,"413"-21,-154 8,-1-22,72-16,-36-3,-10 10,-66-10,217 15,-80-3,63 2,14 1,-120 6,-110-4,2-3,102 5,-10-12,-12-1,33 14,-71-3,234 3,-637-21,429 15,6 0,-526 8,364 0,357-3,-109-19,15 0,-378 5,407 17,111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12T14:12:14.289"/>
    </inkml:context>
    <inkml:brush xml:id="br0">
      <inkml:brushProperty name="width" value="0.4" units="cm"/>
      <inkml:brushProperty name="height" value="0.8" units="cm"/>
      <inkml:brushProperty name="color" value="#D9AE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1 321,'959'-84,"-461"45,339-33,-334 19,-96 7,3 20,250 35,-540-4,438 31,397 26,-706-60,312-37,93-33,-179 57,-427 11,-15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12T14:12:14.892"/>
    </inkml:context>
    <inkml:brush xml:id="br0">
      <inkml:brushProperty name="width" value="0.4" units="cm"/>
      <inkml:brushProperty name="height" value="0.8" units="cm"/>
      <inkml:brushProperty name="color" value="#D9AE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1 128,'131'20,"11"-2,1300 57,-748-107,-468 6,233-59,-359 61,237-47,-318 68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12T14:12:16.505"/>
    </inkml:context>
    <inkml:brush xml:id="br0">
      <inkml:brushProperty name="width" value="0.4" units="cm"/>
      <inkml:brushProperty name="height" value="0.8" units="cm"/>
      <inkml:brushProperty name="color" value="#D9AE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0,'145'36,"-53"-16,98 28,48 13,1273 252,-941-220,1-29,-368-55,-170-9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12T14:12:24.271"/>
    </inkml:context>
    <inkml:brush xml:id="br0">
      <inkml:brushProperty name="width" value="0.4" units="cm"/>
      <inkml:brushProperty name="height" value="0.8" units="cm"/>
      <inkml:brushProperty name="color" value="#D9AE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1 260,'59'10,"-18"-2,1120 134,-787-126,431-37,-359-28,-6-20,161-21,66 19,-520 57,337-12,1 27,-194 1,-137-1,296-9,-179-36,-101 11,-121 26,76 0,-101 7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12T14:12:25.471"/>
    </inkml:context>
    <inkml:brush xml:id="br0">
      <inkml:brushProperty name="width" value="0.4" units="cm"/>
      <inkml:brushProperty name="height" value="0.8" units="cm"/>
      <inkml:brushProperty name="color" value="#D9AE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1 419,'70'16,"-31"-5,80 19,46 9,62 12,638 109,-607-126,367 1,-202-56,-5-22,-406 42,403-54,166-16,-159 29,0 0,1 20,240 21,-319 2,136 7,36 0,1-28,-434 10,128-31,75-39,-226 62,117-36,153-43,7 22,-169 47,266-36,178 38,-268 42,-3 24,-226-25,-8-6,121-6,-186-4,-18 1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12T14:12:27.961"/>
    </inkml:context>
    <inkml:brush xml:id="br0">
      <inkml:brushProperty name="width" value="0.4" units="cm"/>
      <inkml:brushProperty name="height" value="0.8" units="cm"/>
      <inkml:brushProperty name="color" value="#D9AE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1,'33'5,"65"5,67 6,57 6,43-1,23 1,2-3,-23-5,-33-4,-42-5,-43-5,-42-3,-36 0,-27-1,-22 1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12T14:12:48.720"/>
    </inkml:context>
    <inkml:brush xml:id="br0">
      <inkml:brushProperty name="width" value="0.4" units="cm"/>
      <inkml:brushProperty name="height" value="0.8" units="cm"/>
      <inkml:brushProperty name="color" value="#D9AE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1,'853'28,"-287"2,-268-18,-129-6,64 5,-192-7,69 19,14 2,-37-13,49 6,34-10,228-20,-243-3,76-5,-91 16,0 6,-1 6,191 36,-176-9,-136-30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12T14:12:51.556"/>
    </inkml:context>
    <inkml:brush xml:id="br0">
      <inkml:brushProperty name="width" value="0.4" units="cm"/>
      <inkml:brushProperty name="height" value="0.8" units="cm"/>
      <inkml:brushProperty name="color" value="#D9AE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0,'123'29,"-23"-4,493 77,-455-89,1-5,191-14,57-36,-338 36,43-2,159 6,92 28,-337-25,629 34,-315-47,100-8,1 19,-257 2,343 12,222 7,-656-19,834 46,-627-14,239 14,-232-47,-267-1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12T14:13:03.099"/>
    </inkml:context>
    <inkml:brush xml:id="br0">
      <inkml:brushProperty name="width" value="0.4" units="cm"/>
      <inkml:brushProperty name="height" value="0.8" units="cm"/>
      <inkml:brushProperty name="color" value="#D9AE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4,'12'3,"0"0,0 0,0-1,0-1,14 1,7 0,634 15,-581-17,339-9,-73 0,-2 17,-245 1,0 5,202 53,-261-51,76 38,6 2,5-5,-42-15,103 26,-128-47,128 11,70-21,609-6,-868 1,297 8,-214-2,124 26,-163-19,71 28,-76-24,-1-3,0-2,1-2,0-1,1-3,0-1,71-3,-57-4,0-3,85-18,-77 5,34-8,184-13,-205 29,332-38,119 14,-1 30,-484 4,78 0,329-6,341-4,-546 11,78-17,-57 1,130 17,-298 4,192 38,-208-28,149 10,87-25,-194-13,-93 9,134-21,-47 7,-114 16,446-39,-356 40,127-5,465-7,-451 13,-190 0,-18 0,0-1,36-5,-62 5,0-1,0 0,0 0,7-3,-11 4,1-1,-1 1,1 0,0 0,-1-1,1 1,-1-1,1 1,0 0,-1-1,0 1,1-1,-1 1,1-1,-1 0,1 1,-1-1,0 1,1-1,-1 0,0 1,0-1,0 0,1 1,-1-1,0 0,0 1,0-1,0 0,0 1,0-1,0 0,-1 1,1-1,0 0,0 1,-1-2,0-1,-2-1,1 0,0 1,0 0,-1 0,0 0,0 0,-3-3,-30-21,20 16,-102-71,92 66,0 1,-52-20,16 15,-2 3,0 2,-1 4,-71-5,-266 6,103 21,-5-1,-155-10,398 2,0 2,-97 21,-115 46,169-39,12-2,-112 20,-163-4,285-38,-320 14,0-23,193 0,-1415 0,1558-2,0-4,-67-14,18 1,31 9,-146-26,138 21,-140-8,-94 18,99 4,-627-24,41 29,430 35,186-15,-334 7,1-29,247-3,110 2,-187-25,297 16,-378-42,-238-12,427 41,213 19,-136 0,125 3,35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12T14:27:51.271"/>
    </inkml:context>
    <inkml:brush xml:id="br0">
      <inkml:brushProperty name="width" value="0.4" units="cm"/>
      <inkml:brushProperty name="height" value="0.8" units="cm"/>
      <inkml:brushProperty name="color" value="#D9AE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0,'14'0,"28"0,24 0,25 0,11 0,4 0,-8 0,-9 0,-7 0,-11 0,-13 0,-13 0,-12 0,-12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12T14:27:53.220"/>
    </inkml:context>
    <inkml:brush xml:id="br0">
      <inkml:brushProperty name="width" value="0.4" units="cm"/>
      <inkml:brushProperty name="height" value="0.8" units="cm"/>
      <inkml:brushProperty name="color" value="#D9AE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0 144,'174'-13,"-13"4,490-19,40-2,846-15,-2 41,-895 5,-219-9,-49 1,981 64,-1249-44,-76-9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12T14:27:54.130"/>
    </inkml:context>
    <inkml:brush xml:id="br0">
      <inkml:brushProperty name="width" value="0.4" units="cm"/>
      <inkml:brushProperty name="height" value="0.8" units="cm"/>
      <inkml:brushProperty name="color" value="#D9AE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1,'117'11,"-62"-8,152 9,93 6,84 7,72 7,630 68,3 24,-592-66,-197-24,419 31,-4-48,-90-75,-327 1,-60 8,465-35,-468 61,1173-45,-768 113,-616-42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12T14:28:22.441"/>
    </inkml:context>
    <inkml:brush xml:id="br0">
      <inkml:brushProperty name="width" value="0.4" units="cm"/>
      <inkml:brushProperty name="height" value="0.8" units="cm"/>
      <inkml:brushProperty name="color" value="#D9AE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1 210,'133'-7,"-35"1,253 1,72-3,-134 4,-68 2,40-14,42-1,-221 16,306-7,-149 4,-15 1,-80-11,-5 1,546-7,-618 18,277-12,-201-6,-12 2,366-9,1 27,-228 1,-108-2,202 3,-113 18,-64-4,336 6,-344-16,188 15,-163-8,274 0,-378-11,386 32,-352-19,337 42,3-15,-230-26,90 1,175 20,-142 34,-35 0,-12-3,-188-31,3 1,-101-30,-1-2,41 1,14-3,121-10,-178 3,128-8,770 12,-904-1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12T14:28:24.479"/>
    </inkml:context>
    <inkml:brush xml:id="br0">
      <inkml:brushProperty name="width" value="0.4" units="cm"/>
      <inkml:brushProperty name="height" value="0.8" units="cm"/>
      <inkml:brushProperty name="color" value="#D9AE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0 113,'591'-12,"483"-37,-774 32,14 0,303 16,-305 2,-104-9,-28 1,802 5,-502 3,-162 12,21 7,1-19,101 3,36 28,-177-9,-224-19,-53-4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12T14:28:25.808"/>
    </inkml:context>
    <inkml:brush xml:id="br0">
      <inkml:brushProperty name="width" value="0.4" units="cm"/>
      <inkml:brushProperty name="height" value="0.8" units="cm"/>
      <inkml:brushProperty name="color" value="#D9AE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66,'569'-13,"488"-22,-989 34,188-6,172-2,-276 9,547 16,-614-10,171 17,140 6,-111-12,-133-1,54 4,142-2,-167-3,-31-1,792 21,-562-45,254 3,-401 8,-229-1,14-1,-17 1,-1 0,1 0,0 0,-1 0,1-1,-1 1,1 0,-1 0,1 0,0-1,-1 1,1 0,-1-1,1 1,-1 0,0-1,1 1,-1-1,1 1,-1-1,0 1,1-1,-1 1,1-2,-2-5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12T14:28:37.360"/>
    </inkml:context>
    <inkml:brush xml:id="br0">
      <inkml:brushProperty name="width" value="0.4" units="cm"/>
      <inkml:brushProperty name="height" value="0.8" units="cm"/>
      <inkml:brushProperty name="color" value="#D9AE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0,'79'0,"466"10,-283-3,-42 8,-76-5,-44-3,-4-1,112 4,-184-9,1 2,41 9,9 1,98 5,78 10,133-3,-210-19,410 1,-363-9,167 2,-347-1,54-11,1 0,173 8,-1 19,-24-2,314-24,-278-5,369 24,-369 10,194 16,-6 34,-370-49,51 12,-130-26,21 9,-11-2,-27-12,-1 1,-1-1,1 0,0 1,0-1,-1 0,1 1,0-1,0 0,0 0,-1 0,1 0,0 0,0 0,0 0,-1 0,1 0,0 0,0 0,0-1,-1 1,1 0,1-1,-1-4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12T14:28:39.533"/>
    </inkml:context>
    <inkml:brush xml:id="br0">
      <inkml:brushProperty name="width" value="0.4" units="cm"/>
      <inkml:brushProperty name="height" value="0.8" units="cm"/>
      <inkml:brushProperty name="color" value="#D9AE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1,'220'12,"-126"-5,226 14,191 13,808 20,-1069-56,380 4,-428 6,44 2,258-20,-48 0,157 11,-597-1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12T14:28:40.569"/>
    </inkml:context>
    <inkml:brush xml:id="br0">
      <inkml:brushProperty name="width" value="0.4" units="cm"/>
      <inkml:brushProperty name="height" value="0.8" units="cm"/>
      <inkml:brushProperty name="color" value="#D9AE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97,'101'7,"-49"-1,402 28,-121-9,292 2,2-28,-242-1,63-7,-316 5,210-15,-161-2,421-32,-236 38,216-6,-545 20,720-29,29 10,-756 21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12T14:28:41.528"/>
    </inkml:context>
    <inkml:brush xml:id="br0">
      <inkml:brushProperty name="width" value="0.4" units="cm"/>
      <inkml:brushProperty name="height" value="0.8" units="cm"/>
      <inkml:brushProperty name="color" value="#D9AE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0 211,'73'3,"-33"0,89 4,49-1,156 5,1165 24,-1492-35,1536-3,-792-55,-276-27,54-8,-319 71,322 7,105 63,-359-20,444-4,127 17,-780-35,-45-5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12T14:28:53.884"/>
    </inkml:context>
    <inkml:brush xml:id="br0">
      <inkml:brushProperty name="width" value="0.4" units="cm"/>
      <inkml:brushProperty name="height" value="0.8" units="cm"/>
      <inkml:brushProperty name="color" value="#D9AE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1 194,'756'-43,"-208"-45,-546 88,184-51,-178 49,1-1,0 1,16-2,-10 3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12T14:28:57.414"/>
    </inkml:context>
    <inkml:brush xml:id="br0">
      <inkml:brushProperty name="width" value="0.4" units="cm"/>
      <inkml:brushProperty name="height" value="0.8" units="cm"/>
      <inkml:brushProperty name="color" value="#D9AE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96,'26'-7,"37"-6,-27 7,42-7,84-4,79 8,-47 4,401-5,-563 11,196 16,-111-4,271 6,-278-19,108-2,-17-19,-56 4,506-8,-642 25,1 0,-1 1,1 0,10 3,-9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12T14:18:22.962"/>
    </inkml:context>
    <inkml:brush xml:id="br0">
      <inkml:brushProperty name="width" value="0.4" units="cm"/>
      <inkml:brushProperty name="height" value="0.8" units="cm"/>
      <inkml:brushProperty name="color" value="#D9AE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0,'36'2,"58"10,-59-7,40 7,285 31,-35-31,-142-7,260 0,-185 16,-164-12,24 4,57 5,131 19,-183-19,21 4,113 13,257 11,-384-39,-77-6,103 17,402 56,-416-61,69 5,237 1,-249-13,217 3,162 7,-235-4,-95 6,52 1,-284-19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12T14:18:47.368"/>
    </inkml:context>
    <inkml:brush xml:id="br0">
      <inkml:brushProperty name="width" value="0.4" units="cm"/>
      <inkml:brushProperty name="height" value="0.8" units="cm"/>
      <inkml:brushProperty name="color" value="#D9AE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0,'70'4,"133"24,-55-5,64 0,168 23,-150-13,180 2,3-34,-192-3,640 2,-821-2,0-2,54-12,37-4,325-1,-131 10,-100 3,37-2,-179 4,121-6,-169 9,61-12,-6 0,-76 14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12T14:18:55.302"/>
    </inkml:context>
    <inkml:brush xml:id="br0">
      <inkml:brushProperty name="width" value="0.4" units="cm"/>
      <inkml:brushProperty name="height" value="0.8" units="cm"/>
      <inkml:brushProperty name="color" value="#D9AE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0,'219'9,"-17"-1,-190-7,-1 0,19 4,6 1,-23-4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12T14:18:58.937"/>
    </inkml:context>
    <inkml:brush xml:id="br0">
      <inkml:brushProperty name="width" value="0.4" units="cm"/>
      <inkml:brushProperty name="height" value="0.8" units="cm"/>
      <inkml:brushProperty name="color" value="#D9AE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1 129,'143'1,"172"-2,-169-7,50 0,-36-2,-21 4,6 0,147-21,-194 21,86-3,44 1,-3-1,109 0,-170 2,53-4,-130 7,-74 4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12T14:19:01.438"/>
    </inkml:context>
    <inkml:brush xml:id="br0">
      <inkml:brushProperty name="width" value="0.4" units="cm"/>
      <inkml:brushProperty name="height" value="0.8" units="cm"/>
      <inkml:brushProperty name="color" value="#D9AE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2,'163'-1,"225"5,31 48,-118-10,-270-37,-1 1,0 2,31 12,-37-11,1-1,1-1,-1-1,1-1,28 1,71 2,16-1,400-7,-479-2,63-11,-21-13,-4 1,228-6,-182 21,36 5,-163 4,1-1,-1-1,25-7,-20 5,38-5,150 8,-112 4,-28 1,71 12,-41-2,-48-6,46 2,-81-7,29 5,-28-4,28 2,4-5,-25-1,0 2,37 4,-7 3,79 1,59-11,-109 0,363-15,-100 0,19-1,92 18,-200 1,-146 4,169 31,-76-7,3-18,329-12,-407 1,-104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12T14:20:37.268"/>
    </inkml:context>
    <inkml:brush xml:id="br0">
      <inkml:brushProperty name="width" value="0.4" units="cm"/>
      <inkml:brushProperty name="height" value="0.8" units="cm"/>
      <inkml:brushProperty name="color" value="#D9AE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34,'284'-8,"-13"-1,53 9,-311 1,-1 1,0 0,0 0,15 6,25 4,50 4,-69-11,0-2,1-2,40-3,-11 1,4-1,75-11,-71-3,-54 11,0 0,0 2,35-3,-27 6,171 2,-121 6,14 0,331-6,-217-4,-174 2,419-10,-370 5,83-7,40 6,-165 6,3861 1,-3870-1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12T14:27:27.014"/>
    </inkml:context>
    <inkml:brush xml:id="br0">
      <inkml:brushProperty name="width" value="0.4" units="cm"/>
      <inkml:brushProperty name="height" value="0.8" units="cm"/>
      <inkml:brushProperty name="color" value="#D9AE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1 130,'11'-3,"-1"1,1 0,14-1,-2 0,843-72,-746 67,650-26,-212 45,-6 36,-469-36,227 20,-289-31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12T14:27:28.437"/>
    </inkml:context>
    <inkml:brush xml:id="br0">
      <inkml:brushProperty name="width" value="0.4" units="cm"/>
      <inkml:brushProperty name="height" value="0.8" units="cm"/>
      <inkml:brushProperty name="color" value="#D9AE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0,'502'6,"-5"25,-43 21,-50-6,-48 6,-276-39,-41-7,-12-2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12T14:27:31.225"/>
    </inkml:context>
    <inkml:brush xml:id="br0">
      <inkml:brushProperty name="width" value="0.4" units="cm"/>
      <inkml:brushProperty name="height" value="0.8" units="cm"/>
      <inkml:brushProperty name="color" value="#D9AE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0,'271'0,"1271"11,-119-4,-943-8,-56 11,-204-3,-12-1,199 3,2234-9,-1535 26,-449 7,-414-20,119 10,292 11,-607-34,-33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12T14:27:31.993"/>
    </inkml:context>
    <inkml:brush xml:id="br0">
      <inkml:brushProperty name="width" value="0.4" units="cm"/>
      <inkml:brushProperty name="height" value="0.8" units="cm"/>
      <inkml:brushProperty name="color" value="#D9AE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1,'21'0,"49"0,47 0,44 0,31 5,12 2,-4 3,-14-1,-26 1,-34-1,-33-2,-27-3,-22 2,-18-1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12T14:27:33.503"/>
    </inkml:context>
    <inkml:brush xml:id="br0">
      <inkml:brushProperty name="width" value="0.4" units="cm"/>
      <inkml:brushProperty name="height" value="0.8" units="cm"/>
      <inkml:brushProperty name="color" value="#D9AE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1 276,'13'-4,"0"2,0-1,15 1,-1 0,1451-98,-891 64,71-3,6-10,-401 26,-22 8,-204 14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BBD00C-60AC-4B10-BA8E-7F94F53B7278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0A22C6-F3F2-4A10-9A4B-52B7AD3759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77601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0A22C6-F3F2-4A10-9A4B-52B7AD375970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5354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8F46F-CF85-5FCC-DDD3-5F60B36E2D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885C70-C30F-BDC9-9108-81170BAB68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E7754B-8D2B-5B04-46A3-C1E6D2CFA7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AA1D02-6512-4CBA-9AC8-6E60D501AA52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E2CAFF-9AE5-9D04-F7F3-485ABA3F5E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23F2E6-09E0-BBE1-2B7F-37D2B4E1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B8DA8-9ABC-42C0-8C97-F5338C1A05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38224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114786-0C50-14BE-50D4-6D42E2C633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421137-FAAD-8CE2-ED5A-7D372BE06D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218E54-EC10-F2C3-5C9E-269DF6098F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AA1D02-6512-4CBA-9AC8-6E60D501AA52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D38BD1-35AB-F13B-3105-AC48D6F1C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B1C3E0-F79D-B286-7BDC-69DA5F9FE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B8DA8-9ABC-42C0-8C97-F5338C1A05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09610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D2CDA2-BB8B-B1AF-B832-2760C2DA89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81A26F-FE81-A0B3-068E-1969896E94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436075-EBC5-F9B3-C9AB-E6D38BC5EC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AA1D02-6512-4CBA-9AC8-6E60D501AA52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5F73E9-4B03-0A92-4C50-123AA8FCE9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A2C746-9036-9809-878B-8E807ECEAD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B8DA8-9ABC-42C0-8C97-F5338C1A05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33403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DED97B-CF30-0084-2A9B-5ABA3713B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3DB048-6285-C16C-FF73-EA5F42FE342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608240-4D4E-1C07-1583-E3CE3322CB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D2BD65-F76B-F95B-C4C4-4BFDFFBB2C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AA1D02-6512-4CBA-9AC8-6E60D501AA52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102980-4F4F-FAE9-213A-2F0F301165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FF479D-D105-44C0-0217-47057A54B9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B8DA8-9ABC-42C0-8C97-F5338C1A05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28829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0D591D-9F2B-6AD6-174B-F9B18B1A79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AA18F5-6D49-1157-D1C8-C524C9C82C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B9789C-29F7-B54F-4A48-DD70DE8CED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2D0D14B-5CAF-D420-2AA2-B32286FEEF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02EF93-78C3-BA18-B8E7-352D431A5A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A6A5F42-8E9B-0586-85F7-49D627AC5A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AA1D02-6512-4CBA-9AC8-6E60D501AA52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1CB0B58-CBA3-A6CD-C7A1-B8B5991FB1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618EABE-2CCA-5DE8-C8C2-3CC1B968D5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B8DA8-9ABC-42C0-8C97-F5338C1A05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69300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3CBE94-8ABA-07E9-764C-7B6135CE1D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3B29D37-733F-1F8D-83B7-5F39C211CD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AA1D02-6512-4CBA-9AC8-6E60D501AA52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C70D04-2370-69D7-C4E2-2B991CEABF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74E8C59-27C7-C171-1751-E4A09599C7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B8DA8-9ABC-42C0-8C97-F5338C1A05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40560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996C790-6E42-2CB3-DEB3-7F40037849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AA1D02-6512-4CBA-9AC8-6E60D501AA52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B64D015-FB46-CD90-C560-4FCE2806B1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C8C8BF-40D8-9CC1-1CA5-0D1DBCC0A5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B8DA8-9ABC-42C0-8C97-F5338C1A05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69091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253BE-F161-AD9E-FD38-94E8B890BB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F81687-C2A6-BAE0-55BE-348E3C7FAB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4AD4F6-DCDC-879E-18F1-028714A6EB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26FD2F-E832-ACB0-D156-78082A56F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AA1D02-6512-4CBA-9AC8-6E60D501AA52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73B5D7-809E-6F6C-F8BC-F4CBDC2830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EC2F81-DF4A-E371-EB99-EE0C9E4CDB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B8DA8-9ABC-42C0-8C97-F5338C1A05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63871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1F61EE-CC65-2D00-41D7-C35E3D1C94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11CAA75-8317-12AD-80AA-45D57489023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2382BE-CA8A-1313-F625-BF749FA5F7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C531CB-F598-E821-27A6-7C6C6FAD0B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AA1D02-6512-4CBA-9AC8-6E60D501AA52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FD4220-539D-87FF-64D6-BC398F0825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F402CC-E5C8-285E-3952-1352E6451D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B8DA8-9ABC-42C0-8C97-F5338C1A05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26942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2D1ED0-EFC4-C4C9-0F9E-D58177E4CD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D6E057-A9E1-FE51-D0E5-528BFB3E21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7DA72D-63B5-922D-2B4C-D1C9D052CF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AA1D02-6512-4CBA-9AC8-6E60D501AA52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0AC159-056E-670F-26A1-E9029683B0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EEBF22-B8C7-5F61-809B-FC9EA4D608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B8DA8-9ABC-42C0-8C97-F5338C1A05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34254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02BD341-E01D-4BC5-58D6-485338D0D3F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948DAA-16DE-F541-342F-372AB2E88B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754162-6BAA-9CD7-7B6E-F6D6668D65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AA1D02-6512-4CBA-9AC8-6E60D501AA52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AF0A5A-EF6F-755F-5C3D-C240F4C5B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179EB8-13FF-3EA4-3F97-E9755DE6E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B8DA8-9ABC-42C0-8C97-F5338C1A05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27725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58BE74E-FDD3-C01E-B724-70F31F0DAC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91444E-E472-C84D-EE3B-698D17591E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AFFB95-8955-7DF5-F65D-EAD600D170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AA1D02-6512-4CBA-9AC8-6E60D501AA52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9704B2-1339-EE53-8B1C-D1DD51E09A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28F2CA-8F93-910F-560F-04D942377E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B8DA8-9ABC-42C0-8C97-F5338C1A05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29935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13" Type="http://schemas.openxmlformats.org/officeDocument/2006/relationships/customXml" Target="../ink/ink6.xml"/><Relationship Id="rId18" Type="http://schemas.openxmlformats.org/officeDocument/2006/relationships/image" Target="../media/image8.png"/><Relationship Id="rId26" Type="http://schemas.openxmlformats.org/officeDocument/2006/relationships/image" Target="../media/image12.png"/><Relationship Id="rId3" Type="http://schemas.openxmlformats.org/officeDocument/2006/relationships/customXml" Target="../ink/ink1.xml"/><Relationship Id="rId21" Type="http://schemas.openxmlformats.org/officeDocument/2006/relationships/customXml" Target="../ink/ink10.xml"/><Relationship Id="rId7" Type="http://schemas.openxmlformats.org/officeDocument/2006/relationships/customXml" Target="../ink/ink3.xml"/><Relationship Id="rId12" Type="http://schemas.openxmlformats.org/officeDocument/2006/relationships/image" Target="../media/image5.png"/><Relationship Id="rId17" Type="http://schemas.openxmlformats.org/officeDocument/2006/relationships/customXml" Target="../ink/ink8.xml"/><Relationship Id="rId25" Type="http://schemas.openxmlformats.org/officeDocument/2006/relationships/customXml" Target="../ink/ink12.xml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7.png"/><Relationship Id="rId20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11" Type="http://schemas.openxmlformats.org/officeDocument/2006/relationships/customXml" Target="../ink/ink5.xml"/><Relationship Id="rId24" Type="http://schemas.openxmlformats.org/officeDocument/2006/relationships/image" Target="../media/image11.png"/><Relationship Id="rId5" Type="http://schemas.openxmlformats.org/officeDocument/2006/relationships/customXml" Target="../ink/ink2.xml"/><Relationship Id="rId15" Type="http://schemas.openxmlformats.org/officeDocument/2006/relationships/customXml" Target="../ink/ink7.xml"/><Relationship Id="rId23" Type="http://schemas.openxmlformats.org/officeDocument/2006/relationships/customXml" Target="../ink/ink11.xml"/><Relationship Id="rId10" Type="http://schemas.openxmlformats.org/officeDocument/2006/relationships/image" Target="../media/image4.png"/><Relationship Id="rId19" Type="http://schemas.openxmlformats.org/officeDocument/2006/relationships/customXml" Target="../ink/ink9.xml"/><Relationship Id="rId4" Type="http://schemas.openxmlformats.org/officeDocument/2006/relationships/image" Target="../media/image1.png"/><Relationship Id="rId9" Type="http://schemas.openxmlformats.org/officeDocument/2006/relationships/customXml" Target="../ink/ink4.xml"/><Relationship Id="rId14" Type="http://schemas.openxmlformats.org/officeDocument/2006/relationships/image" Target="../media/image6.png"/><Relationship Id="rId22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customXml" Target="../ink/ink16.xml"/><Relationship Id="rId3" Type="http://schemas.openxmlformats.org/officeDocument/2006/relationships/image" Target="../media/image13.png"/><Relationship Id="rId7" Type="http://schemas.openxmlformats.org/officeDocument/2006/relationships/image" Target="../media/image15.png"/><Relationship Id="rId2" Type="http://schemas.openxmlformats.org/officeDocument/2006/relationships/customXml" Target="../ink/ink13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5.xml"/><Relationship Id="rId11" Type="http://schemas.openxmlformats.org/officeDocument/2006/relationships/image" Target="../media/image17.png"/><Relationship Id="rId5" Type="http://schemas.openxmlformats.org/officeDocument/2006/relationships/image" Target="../media/image14.png"/><Relationship Id="rId10" Type="http://schemas.openxmlformats.org/officeDocument/2006/relationships/customXml" Target="../ink/ink17.xml"/><Relationship Id="rId4" Type="http://schemas.openxmlformats.org/officeDocument/2006/relationships/customXml" Target="../ink/ink14.xml"/><Relationship Id="rId9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customXml" Target="../ink/ink21.xml"/><Relationship Id="rId3" Type="http://schemas.openxmlformats.org/officeDocument/2006/relationships/image" Target="../media/image18.png"/><Relationship Id="rId7" Type="http://schemas.openxmlformats.org/officeDocument/2006/relationships/image" Target="../media/image20.png"/><Relationship Id="rId2" Type="http://schemas.openxmlformats.org/officeDocument/2006/relationships/customXml" Target="../ink/ink18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0.xml"/><Relationship Id="rId11" Type="http://schemas.openxmlformats.org/officeDocument/2006/relationships/image" Target="../media/image22.png"/><Relationship Id="rId5" Type="http://schemas.openxmlformats.org/officeDocument/2006/relationships/image" Target="../media/image19.png"/><Relationship Id="rId10" Type="http://schemas.openxmlformats.org/officeDocument/2006/relationships/customXml" Target="../ink/ink22.xml"/><Relationship Id="rId4" Type="http://schemas.openxmlformats.org/officeDocument/2006/relationships/customXml" Target="../ink/ink19.xml"/><Relationship Id="rId9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customXml" Target="../ink/ink23.xml"/><Relationship Id="rId7" Type="http://schemas.openxmlformats.org/officeDocument/2006/relationships/customXml" Target="../ink/ink25.xml"/><Relationship Id="rId2" Type="http://schemas.openxmlformats.org/officeDocument/2006/relationships/hyperlink" Target="http://www.example.com/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customXml" Target="../ink/ink24.xml"/><Relationship Id="rId4" Type="http://schemas.openxmlformats.org/officeDocument/2006/relationships/image" Target="../media/image24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13" Type="http://schemas.openxmlformats.org/officeDocument/2006/relationships/customXml" Target="../ink/ink31.xml"/><Relationship Id="rId18" Type="http://schemas.openxmlformats.org/officeDocument/2006/relationships/image" Target="../media/image34.png"/><Relationship Id="rId26" Type="http://schemas.openxmlformats.org/officeDocument/2006/relationships/image" Target="../media/image38.png"/><Relationship Id="rId3" Type="http://schemas.openxmlformats.org/officeDocument/2006/relationships/customXml" Target="../ink/ink26.xml"/><Relationship Id="rId21" Type="http://schemas.openxmlformats.org/officeDocument/2006/relationships/customXml" Target="../ink/ink35.xml"/><Relationship Id="rId7" Type="http://schemas.openxmlformats.org/officeDocument/2006/relationships/customXml" Target="../ink/ink28.xml"/><Relationship Id="rId12" Type="http://schemas.openxmlformats.org/officeDocument/2006/relationships/image" Target="../media/image31.png"/><Relationship Id="rId17" Type="http://schemas.openxmlformats.org/officeDocument/2006/relationships/customXml" Target="../ink/ink33.xml"/><Relationship Id="rId25" Type="http://schemas.openxmlformats.org/officeDocument/2006/relationships/customXml" Target="../ink/ink37.xml"/><Relationship Id="rId2" Type="http://schemas.openxmlformats.org/officeDocument/2006/relationships/hyperlink" Target="http://www.example.com/" TargetMode="External"/><Relationship Id="rId16" Type="http://schemas.openxmlformats.org/officeDocument/2006/relationships/image" Target="../media/image33.png"/><Relationship Id="rId20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11" Type="http://schemas.openxmlformats.org/officeDocument/2006/relationships/customXml" Target="../ink/ink30.xml"/><Relationship Id="rId24" Type="http://schemas.openxmlformats.org/officeDocument/2006/relationships/image" Target="../media/image37.png"/><Relationship Id="rId5" Type="http://schemas.openxmlformats.org/officeDocument/2006/relationships/customXml" Target="../ink/ink27.xml"/><Relationship Id="rId15" Type="http://schemas.openxmlformats.org/officeDocument/2006/relationships/customXml" Target="../ink/ink32.xml"/><Relationship Id="rId23" Type="http://schemas.openxmlformats.org/officeDocument/2006/relationships/customXml" Target="../ink/ink36.xml"/><Relationship Id="rId10" Type="http://schemas.openxmlformats.org/officeDocument/2006/relationships/image" Target="../media/image30.png"/><Relationship Id="rId19" Type="http://schemas.openxmlformats.org/officeDocument/2006/relationships/customXml" Target="../ink/ink34.xml"/><Relationship Id="rId4" Type="http://schemas.openxmlformats.org/officeDocument/2006/relationships/image" Target="../media/image27.png"/><Relationship Id="rId9" Type="http://schemas.openxmlformats.org/officeDocument/2006/relationships/customXml" Target="../ink/ink29.xml"/><Relationship Id="rId14" Type="http://schemas.openxmlformats.org/officeDocument/2006/relationships/image" Target="../media/image32.png"/><Relationship Id="rId22" Type="http://schemas.openxmlformats.org/officeDocument/2006/relationships/image" Target="../media/image36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customXml" Target="../ink/ink38.xml"/><Relationship Id="rId7" Type="http://schemas.openxmlformats.org/officeDocument/2006/relationships/customXml" Target="../ink/ink40.xml"/><Relationship Id="rId2" Type="http://schemas.openxmlformats.org/officeDocument/2006/relationships/hyperlink" Target="http://www.example.com/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5" Type="http://schemas.openxmlformats.org/officeDocument/2006/relationships/customXml" Target="../ink/ink39.xml"/><Relationship Id="rId4" Type="http://schemas.openxmlformats.org/officeDocument/2006/relationships/image" Target="../media/image39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customXml" Target="../ink/ink44.xml"/><Relationship Id="rId13" Type="http://schemas.openxmlformats.org/officeDocument/2006/relationships/image" Target="../media/image47.png"/><Relationship Id="rId18" Type="http://schemas.openxmlformats.org/officeDocument/2006/relationships/customXml" Target="../ink/ink49.xml"/><Relationship Id="rId3" Type="http://schemas.openxmlformats.org/officeDocument/2006/relationships/image" Target="../media/image42.png"/><Relationship Id="rId21" Type="http://schemas.openxmlformats.org/officeDocument/2006/relationships/image" Target="../media/image51.png"/><Relationship Id="rId7" Type="http://schemas.openxmlformats.org/officeDocument/2006/relationships/image" Target="../media/image44.png"/><Relationship Id="rId12" Type="http://schemas.openxmlformats.org/officeDocument/2006/relationships/customXml" Target="../ink/ink46.xml"/><Relationship Id="rId17" Type="http://schemas.openxmlformats.org/officeDocument/2006/relationships/image" Target="../media/image49.png"/><Relationship Id="rId25" Type="http://schemas.openxmlformats.org/officeDocument/2006/relationships/image" Target="../media/image53.png"/><Relationship Id="rId2" Type="http://schemas.openxmlformats.org/officeDocument/2006/relationships/customXml" Target="../ink/ink41.xml"/><Relationship Id="rId16" Type="http://schemas.openxmlformats.org/officeDocument/2006/relationships/customXml" Target="../ink/ink48.xml"/><Relationship Id="rId20" Type="http://schemas.openxmlformats.org/officeDocument/2006/relationships/customXml" Target="../ink/ink50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43.xml"/><Relationship Id="rId11" Type="http://schemas.openxmlformats.org/officeDocument/2006/relationships/image" Target="../media/image46.png"/><Relationship Id="rId24" Type="http://schemas.openxmlformats.org/officeDocument/2006/relationships/customXml" Target="../ink/ink52.xml"/><Relationship Id="rId5" Type="http://schemas.openxmlformats.org/officeDocument/2006/relationships/image" Target="../media/image43.png"/><Relationship Id="rId15" Type="http://schemas.openxmlformats.org/officeDocument/2006/relationships/image" Target="../media/image48.png"/><Relationship Id="rId23" Type="http://schemas.openxmlformats.org/officeDocument/2006/relationships/image" Target="../media/image52.png"/><Relationship Id="rId10" Type="http://schemas.openxmlformats.org/officeDocument/2006/relationships/customXml" Target="../ink/ink45.xml"/><Relationship Id="rId19" Type="http://schemas.openxmlformats.org/officeDocument/2006/relationships/image" Target="../media/image50.png"/><Relationship Id="rId4" Type="http://schemas.openxmlformats.org/officeDocument/2006/relationships/customXml" Target="../ink/ink42.xml"/><Relationship Id="rId9" Type="http://schemas.openxmlformats.org/officeDocument/2006/relationships/image" Target="../media/image45.png"/><Relationship Id="rId14" Type="http://schemas.openxmlformats.org/officeDocument/2006/relationships/customXml" Target="../ink/ink47.xml"/><Relationship Id="rId22" Type="http://schemas.openxmlformats.org/officeDocument/2006/relationships/customXml" Target="../ink/ink51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customXml" Target="../ink/ink56.xml"/><Relationship Id="rId13" Type="http://schemas.openxmlformats.org/officeDocument/2006/relationships/image" Target="../media/image59.png"/><Relationship Id="rId3" Type="http://schemas.openxmlformats.org/officeDocument/2006/relationships/image" Target="../media/image54.png"/><Relationship Id="rId7" Type="http://schemas.openxmlformats.org/officeDocument/2006/relationships/image" Target="../media/image56.png"/><Relationship Id="rId12" Type="http://schemas.openxmlformats.org/officeDocument/2006/relationships/customXml" Target="../ink/ink58.xml"/><Relationship Id="rId2" Type="http://schemas.openxmlformats.org/officeDocument/2006/relationships/customXml" Target="../ink/ink53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55.xml"/><Relationship Id="rId11" Type="http://schemas.openxmlformats.org/officeDocument/2006/relationships/image" Target="../media/image58.png"/><Relationship Id="rId5" Type="http://schemas.openxmlformats.org/officeDocument/2006/relationships/image" Target="../media/image55.png"/><Relationship Id="rId10" Type="http://schemas.openxmlformats.org/officeDocument/2006/relationships/customXml" Target="../ink/ink57.xml"/><Relationship Id="rId4" Type="http://schemas.openxmlformats.org/officeDocument/2006/relationships/customXml" Target="../ink/ink54.xml"/><Relationship Id="rId9" Type="http://schemas.openxmlformats.org/officeDocument/2006/relationships/image" Target="../media/image57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customXml" Target="../ink/ink62.xml"/><Relationship Id="rId3" Type="http://schemas.openxmlformats.org/officeDocument/2006/relationships/image" Target="../media/image60.png"/><Relationship Id="rId7" Type="http://schemas.openxmlformats.org/officeDocument/2006/relationships/image" Target="../media/image62.png"/><Relationship Id="rId2" Type="http://schemas.openxmlformats.org/officeDocument/2006/relationships/customXml" Target="../ink/ink59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61.xml"/><Relationship Id="rId11" Type="http://schemas.openxmlformats.org/officeDocument/2006/relationships/image" Target="../media/image64.png"/><Relationship Id="rId5" Type="http://schemas.openxmlformats.org/officeDocument/2006/relationships/image" Target="../media/image61.png"/><Relationship Id="rId10" Type="http://schemas.openxmlformats.org/officeDocument/2006/relationships/customXml" Target="../ink/ink63.xml"/><Relationship Id="rId4" Type="http://schemas.openxmlformats.org/officeDocument/2006/relationships/customXml" Target="../ink/ink60.xml"/><Relationship Id="rId9" Type="http://schemas.openxmlformats.org/officeDocument/2006/relationships/image" Target="../media/image6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8B132D-16ED-1208-5C8F-29B2E1413E9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Domain Name Server (DNS)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01328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3D2183-1A9D-4684-7785-C3F962B585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0D4FB9-6C30-0177-25D7-E2A436F2CA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DNS is a hierarchical and decentralized naming system for computers, services, and other resources connected to the internet.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Converts human-readable domain names (e.g., </a:t>
            </a:r>
            <a:r>
              <a:rPr lang="en-US" u="sng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www.google.com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into IP addresses (e.g., 142.250.190.78).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Components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DNS Query</a:t>
            </a:r>
          </a:p>
          <a:p>
            <a:pPr lvl="1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DNS Response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endParaRPr lang="en-IN" dirty="0"/>
          </a:p>
          <a:p>
            <a:pPr lvl="1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807552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147B1E-79B4-ACA1-56AA-68BD925749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DNS Packet Structure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D3EC32-8572-A4AE-D537-64A18D079C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DNS Query</a:t>
            </a:r>
          </a:p>
          <a:p>
            <a:pPr lvl="1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Header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Contains flags and identifiers.</a:t>
            </a:r>
          </a:p>
          <a:p>
            <a:pPr lvl="1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 Section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2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The domain name being queried</a:t>
            </a:r>
          </a:p>
          <a:p>
            <a:pPr lvl="2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Record type (e.g., A, AAAA, MX).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DNS Response</a:t>
            </a:r>
          </a:p>
          <a:p>
            <a:pPr lvl="1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Answer Section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2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The queried domain name.</a:t>
            </a:r>
          </a:p>
          <a:p>
            <a:pPr lvl="2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Record type (e.g., A, AAAA).</a:t>
            </a:r>
          </a:p>
          <a:p>
            <a:pPr lvl="2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TTL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Time-to-Live value for caching.</a:t>
            </a:r>
          </a:p>
          <a:p>
            <a:pPr lvl="2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resolved IP address.</a:t>
            </a:r>
          </a:p>
          <a:p>
            <a:pPr lvl="2"/>
            <a:endParaRPr lang="en-IN" b="1" dirty="0"/>
          </a:p>
          <a:p>
            <a:pPr marL="0" indent="0">
              <a:buNone/>
            </a:pPr>
            <a:endParaRPr lang="en-IN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FEAFE4EC-F7F9-1366-3B8B-889996A173FF}"/>
                  </a:ext>
                </a:extLst>
              </p14:cNvPr>
              <p14:cNvContentPartPr/>
              <p14:nvPr/>
            </p14:nvContentPartPr>
            <p14:xfrm>
              <a:off x="1908953" y="3197323"/>
              <a:ext cx="1898640" cy="10980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FEAFE4EC-F7F9-1366-3B8B-889996A173F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836953" y="3053683"/>
                <a:ext cx="2042280" cy="39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FFDCACC6-CAF1-5DA7-CA32-1C3C02EFD83E}"/>
                  </a:ext>
                </a:extLst>
              </p14:cNvPr>
              <p14:cNvContentPartPr/>
              <p14:nvPr/>
            </p14:nvContentPartPr>
            <p14:xfrm>
              <a:off x="3812633" y="3162043"/>
              <a:ext cx="2335680" cy="14472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FFDCACC6-CAF1-5DA7-CA32-1C3C02EFD83E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740633" y="3018403"/>
                <a:ext cx="2479320" cy="43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9AABE8A0-0A62-DD27-0EF5-B9F409C2ECB6}"/>
                  </a:ext>
                </a:extLst>
              </p14:cNvPr>
              <p14:cNvContentPartPr/>
              <p14:nvPr/>
            </p14:nvContentPartPr>
            <p14:xfrm>
              <a:off x="1834073" y="3550123"/>
              <a:ext cx="1681200" cy="2196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9AABE8A0-0A62-DD27-0EF5-B9F409C2ECB6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762433" y="3406123"/>
                <a:ext cx="1824840" cy="30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A4B1BCE3-E04B-31CB-B08F-83F0A44B686F}"/>
                  </a:ext>
                </a:extLst>
              </p14:cNvPr>
              <p14:cNvContentPartPr/>
              <p14:nvPr/>
            </p14:nvContentPartPr>
            <p14:xfrm>
              <a:off x="3519593" y="3571363"/>
              <a:ext cx="2724480" cy="8136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A4B1BCE3-E04B-31CB-B08F-83F0A44B686F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447593" y="3427363"/>
                <a:ext cx="2868120" cy="36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98EEB0AC-1E2C-CBA7-E8C7-B7E592D06040}"/>
                  </a:ext>
                </a:extLst>
              </p14:cNvPr>
              <p14:cNvContentPartPr/>
              <p14:nvPr/>
            </p14:nvContentPartPr>
            <p14:xfrm>
              <a:off x="1759913" y="2495683"/>
              <a:ext cx="1123560" cy="4644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98EEB0AC-1E2C-CBA7-E8C7-B7E592D06040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687913" y="2352043"/>
                <a:ext cx="1267200" cy="33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7FF5DEA0-8977-5F6C-F2AD-9073D82DCAC8}"/>
                  </a:ext>
                </a:extLst>
              </p14:cNvPr>
              <p14:cNvContentPartPr/>
              <p14:nvPr/>
            </p14:nvContentPartPr>
            <p14:xfrm>
              <a:off x="2886713" y="2541763"/>
              <a:ext cx="3281400" cy="13860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7FF5DEA0-8977-5F6C-F2AD-9073D82DCAC8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2814713" y="2398123"/>
                <a:ext cx="3425040" cy="42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D219133F-1A0D-A867-1666-4F15CAB97682}"/>
                  </a:ext>
                </a:extLst>
              </p14:cNvPr>
              <p14:cNvContentPartPr/>
              <p14:nvPr/>
            </p14:nvContentPartPr>
            <p14:xfrm>
              <a:off x="2104433" y="5497363"/>
              <a:ext cx="431280" cy="2736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D219133F-1A0D-A867-1666-4F15CAB97682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2032793" y="5353723"/>
                <a:ext cx="574920" cy="31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20A25D3D-1A8D-51B5-4796-B1FEA673600E}"/>
                  </a:ext>
                </a:extLst>
              </p14:cNvPr>
              <p14:cNvContentPartPr/>
              <p14:nvPr/>
            </p14:nvContentPartPr>
            <p14:xfrm>
              <a:off x="2173553" y="5175523"/>
              <a:ext cx="324000" cy="684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20A25D3D-1A8D-51B5-4796-B1FEA673600E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2101913" y="5031883"/>
                <a:ext cx="467640" cy="29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E6301DFF-2AE2-D479-C17F-924D27BEB5E3}"/>
                  </a:ext>
                </a:extLst>
              </p14:cNvPr>
              <p14:cNvContentPartPr/>
              <p14:nvPr/>
            </p14:nvContentPartPr>
            <p14:xfrm>
              <a:off x="2139353" y="4720843"/>
              <a:ext cx="3363480" cy="10764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E6301DFF-2AE2-D479-C17F-924D27BEB5E3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2067353" y="4577203"/>
                <a:ext cx="3507120" cy="39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2BEEB397-CDBF-C15A-8490-11316BAEE70C}"/>
                  </a:ext>
                </a:extLst>
              </p14:cNvPr>
              <p14:cNvContentPartPr/>
              <p14:nvPr/>
            </p14:nvContentPartPr>
            <p14:xfrm>
              <a:off x="3260393" y="5761963"/>
              <a:ext cx="1753560" cy="12708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2BEEB397-CDBF-C15A-8490-11316BAEE70C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3188753" y="5618323"/>
                <a:ext cx="1897200" cy="41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1B7AA6F7-0C84-B967-811B-F9AC33400D70}"/>
                  </a:ext>
                </a:extLst>
              </p14:cNvPr>
              <p14:cNvContentPartPr/>
              <p14:nvPr/>
            </p14:nvContentPartPr>
            <p14:xfrm>
              <a:off x="1729673" y="5561083"/>
              <a:ext cx="464040" cy="34020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1B7AA6F7-0C84-B967-811B-F9AC33400D70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1711673" y="5543083"/>
                <a:ext cx="499680" cy="37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B58694AB-3B44-4664-6118-4B2FD1776799}"/>
                  </a:ext>
                </a:extLst>
              </p14:cNvPr>
              <p14:cNvContentPartPr/>
              <p14:nvPr/>
            </p14:nvContentPartPr>
            <p14:xfrm>
              <a:off x="1638953" y="2316763"/>
              <a:ext cx="841680" cy="33408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B58694AB-3B44-4664-6118-4B2FD1776799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1621313" y="2298763"/>
                <a:ext cx="877320" cy="369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531660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97D0A4-7913-81F7-F1EE-50EF560676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Common DNS Record Types</a:t>
            </a:r>
            <a:br>
              <a:rPr lang="en-IN" b="1" dirty="0"/>
            </a:b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4405871-A355-A846-2FD0-99FEE2EF729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57496138"/>
              </p:ext>
            </p:extLst>
          </p:nvPr>
        </p:nvGraphicFramePr>
        <p:xfrm>
          <a:off x="838200" y="1825625"/>
          <a:ext cx="10515597" cy="28545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2400974812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1824300421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3977845933"/>
                    </a:ext>
                  </a:extLst>
                </a:gridCol>
              </a:tblGrid>
              <a:tr h="424401"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Record 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Example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37946918"/>
                  </a:ext>
                </a:extLst>
              </a:tr>
              <a:tr h="424401"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IPv4 Address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93.184.216.34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13570003"/>
                  </a:ext>
                </a:extLst>
              </a:tr>
              <a:tr h="732527"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AAAA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IPv6 Address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2606:2800:220:1:248:1893:25c8:1946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33082063"/>
                  </a:ext>
                </a:extLst>
              </a:tr>
              <a:tr h="424401"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Mail Exchange Server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mail.example.com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37759141"/>
                  </a:ext>
                </a:extLst>
              </a:tr>
              <a:tr h="424401">
                <a:tc>
                  <a:txBody>
                    <a:bodyPr/>
                    <a:lstStyle/>
                    <a:p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Name Server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ns1.example.com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21401860"/>
                  </a:ext>
                </a:extLst>
              </a:tr>
              <a:tr h="424401">
                <a:tc>
                  <a:txBody>
                    <a:bodyPr/>
                    <a:lstStyle/>
                    <a:p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Canonical Name (Alias)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www -&gt; web.example.com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89636372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53442306-D210-352E-591A-5F36C0C69A53}"/>
                  </a:ext>
                </a:extLst>
              </p14:cNvPr>
              <p14:cNvContentPartPr/>
              <p14:nvPr/>
            </p14:nvContentPartPr>
            <p14:xfrm>
              <a:off x="816353" y="3301003"/>
              <a:ext cx="876960" cy="4482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53442306-D210-352E-591A-5F36C0C69A5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98713" y="3283003"/>
                <a:ext cx="912600" cy="483840"/>
              </a:xfrm>
              <a:prstGeom prst="rect">
                <a:avLst/>
              </a:prstGeom>
            </p:spPr>
          </p:pic>
        </mc:Fallback>
      </mc:AlternateContent>
      <p:grpSp>
        <p:nvGrpSpPr>
          <p:cNvPr id="7" name="Group 6">
            <a:extLst>
              <a:ext uri="{FF2B5EF4-FFF2-40B4-BE49-F238E27FC236}">
                <a16:creationId xmlns:a16="http://schemas.microsoft.com/office/drawing/2014/main" id="{50DF2BB5-7E85-0F88-4426-A0F0397FA9F6}"/>
              </a:ext>
            </a:extLst>
          </p:cNvPr>
          <p:cNvGrpSpPr/>
          <p:nvPr/>
        </p:nvGrpSpPr>
        <p:grpSpPr>
          <a:xfrm>
            <a:off x="782153" y="2415403"/>
            <a:ext cx="739800" cy="828000"/>
            <a:chOff x="782153" y="2415403"/>
            <a:chExt cx="739800" cy="828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DA326ECD-1AC7-3D53-A9A7-8E797BD531F4}"/>
                    </a:ext>
                  </a:extLst>
                </p14:cNvPr>
                <p14:cNvContentPartPr/>
                <p14:nvPr/>
              </p14:nvContentPartPr>
              <p14:xfrm>
                <a:off x="782153" y="2979883"/>
                <a:ext cx="439200" cy="26352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DA326ECD-1AC7-3D53-A9A7-8E797BD531F4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764153" y="2962243"/>
                  <a:ext cx="474840" cy="29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7B4681B4-1F7A-D145-E594-E46C74C3C2DC}"/>
                    </a:ext>
                  </a:extLst>
                </p14:cNvPr>
                <p14:cNvContentPartPr/>
                <p14:nvPr/>
              </p14:nvContentPartPr>
              <p14:xfrm>
                <a:off x="868193" y="2415403"/>
                <a:ext cx="653760" cy="53892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7B4681B4-1F7A-D145-E594-E46C74C3C2DC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850553" y="2397403"/>
                  <a:ext cx="689400" cy="574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9C6406B6-E28D-29D2-A6A5-3A677B903652}"/>
              </a:ext>
            </a:extLst>
          </p:cNvPr>
          <p:cNvGrpSpPr/>
          <p:nvPr/>
        </p:nvGrpSpPr>
        <p:grpSpPr>
          <a:xfrm>
            <a:off x="862433" y="3801763"/>
            <a:ext cx="808920" cy="806400"/>
            <a:chOff x="862433" y="3801763"/>
            <a:chExt cx="808920" cy="806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B9CF22A8-32EA-8E1B-5C31-2EDBBE99CDCB}"/>
                    </a:ext>
                  </a:extLst>
                </p14:cNvPr>
                <p14:cNvContentPartPr/>
                <p14:nvPr/>
              </p14:nvContentPartPr>
              <p14:xfrm>
                <a:off x="862433" y="3801763"/>
                <a:ext cx="561600" cy="27360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B9CF22A8-32EA-8E1B-5C31-2EDBBE99CDCB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844793" y="3783763"/>
                  <a:ext cx="597240" cy="30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4FD5094A-7251-3AB4-39EC-8BC9E8B481A0}"/>
                    </a:ext>
                  </a:extLst>
                </p14:cNvPr>
                <p14:cNvContentPartPr/>
                <p14:nvPr/>
              </p14:nvContentPartPr>
              <p14:xfrm>
                <a:off x="862433" y="4107403"/>
                <a:ext cx="808920" cy="50076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4FD5094A-7251-3AB4-39EC-8BC9E8B481A0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844793" y="4089763"/>
                  <a:ext cx="844560" cy="5364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6751439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>
            <a:extLst>
              <a:ext uri="{FF2B5EF4-FFF2-40B4-BE49-F238E27FC236}">
                <a16:creationId xmlns:a16="http://schemas.microsoft.com/office/drawing/2014/main" id="{B4725002-C43C-2D94-CB80-DCEBF4AC67FC}"/>
              </a:ext>
            </a:extLst>
          </p:cNvPr>
          <p:cNvSpPr txBox="1">
            <a:spLocks noGrp="1"/>
          </p:cNvSpPr>
          <p:nvPr>
            <p:ph type="title"/>
          </p:nvPr>
        </p:nvSpPr>
        <p:spPr bwMode="auto">
          <a:xfrm>
            <a:off x="838200" y="677041"/>
            <a:ext cx="10515600" cy="7017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400">
              <a:defRPr/>
            </a:pPr>
            <a:r>
              <a:rPr lang="en-US" sz="44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DNS (Domain Name System)</a:t>
            </a:r>
            <a:endParaRPr sz="4400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5" name="TextBox 1794616415">
            <a:extLst>
              <a:ext uri="{FF2B5EF4-FFF2-40B4-BE49-F238E27FC236}">
                <a16:creationId xmlns:a16="http://schemas.microsoft.com/office/drawing/2014/main" id="{C0A84D9B-87FF-F8FE-323D-ECB66214C2B2}"/>
              </a:ext>
            </a:extLst>
          </p:cNvPr>
          <p:cNvSpPr txBox="1">
            <a:spLocks noGrp="1"/>
          </p:cNvSpPr>
          <p:nvPr>
            <p:ph idx="1"/>
          </p:nvPr>
        </p:nvSpPr>
        <p:spPr bwMode="auto">
          <a:xfrm>
            <a:off x="838200" y="1847239"/>
            <a:ext cx="10515600" cy="331245"/>
          </a:xfrm>
          <a:prstGeom prst="rect">
            <a:avLst/>
          </a:prstGeom>
          <a:noFill/>
        </p:spPr>
        <p:txBody>
          <a:bodyPr vert="horz" wrap="square" lIns="91440" tIns="45720" rIns="91440" bIns="45720" numCol="1" spcCol="0" rtlCol="0" fromWordArt="0" anchor="t" anchorCtr="0" forceAA="0" compatLnSpc="0">
            <a:spAutoFit/>
          </a:bodyPr>
          <a:lstStyle>
            <a:defPPr>
              <a:defRPr lang="en-US"/>
            </a:defPPr>
            <a:lvl1pPr marL="0" algn="l" defTabSz="4572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ctr">
              <a:buNone/>
              <a:defRPr/>
            </a:pPr>
            <a:r>
              <a:rPr lang="en-US" sz="1800" b="0" i="0" u="none" strike="noStrike" cap="none" spc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www.xyz.edu/index.html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0A74D2B-D84B-1C98-4E6C-B901900B47CA}"/>
              </a:ext>
            </a:extLst>
          </p:cNvPr>
          <p:cNvSpPr txBox="1"/>
          <p:nvPr/>
        </p:nvSpPr>
        <p:spPr>
          <a:xfrm>
            <a:off x="3048000" y="2463138"/>
            <a:ext cx="6096000" cy="341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457200">
              <a:lnSpc>
                <a:spcPct val="90000"/>
              </a:lnSpc>
              <a:spcBef>
                <a:spcPts val="1000"/>
              </a:spcBef>
              <a:defRPr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User’s host must first obtain the IP address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57B4E0A-A5B1-BFAA-ADAD-25FB7885C900}"/>
              </a:ext>
            </a:extLst>
          </p:cNvPr>
          <p:cNvSpPr txBox="1"/>
          <p:nvPr/>
        </p:nvSpPr>
        <p:spPr>
          <a:xfrm>
            <a:off x="2723533" y="3114463"/>
            <a:ext cx="7344697" cy="341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457200">
              <a:lnSpc>
                <a:spcPct val="90000"/>
              </a:lnSpc>
              <a:spcBef>
                <a:spcPts val="1000"/>
              </a:spcBef>
              <a:defRPr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Same user machine runs the client side of the DNS application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7515726-365A-E479-2919-72072666EC2B}"/>
              </a:ext>
            </a:extLst>
          </p:cNvPr>
          <p:cNvSpPr txBox="1"/>
          <p:nvPr/>
        </p:nvSpPr>
        <p:spPr>
          <a:xfrm>
            <a:off x="2531805" y="3816628"/>
            <a:ext cx="772815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1800" b="0" i="0" u="none" strike="noStrike" cap="none" spc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DNS client sends a query containing the hostname to a DNS server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7A700DB-BEED-E613-DD33-B1E51461DB46}"/>
              </a:ext>
            </a:extLst>
          </p:cNvPr>
          <p:cNvSpPr txBox="1"/>
          <p:nvPr/>
        </p:nvSpPr>
        <p:spPr>
          <a:xfrm>
            <a:off x="2788920" y="4518793"/>
            <a:ext cx="71170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1800" b="0" i="0" u="none" strike="noStrike" cap="none" spc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DNS client receives a reply, which includes the IP address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B640964-3F06-9A6F-5AF5-AAE3B00CD63C}"/>
              </a:ext>
            </a:extLst>
          </p:cNvPr>
          <p:cNvSpPr txBox="1"/>
          <p:nvPr/>
        </p:nvSpPr>
        <p:spPr>
          <a:xfrm>
            <a:off x="1554481" y="5319546"/>
            <a:ext cx="97993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browser</a:t>
            </a:r>
            <a:r>
              <a:rPr lang="en-US" sz="1800" b="0" i="0" u="none" strike="noStrike" cap="none" spc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receives the IP address from DNS, it initiates a TCP connection to the HTTP server process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5356C58-1D0C-BE88-3FBA-C8E843E3B44C}"/>
              </a:ext>
            </a:extLst>
          </p:cNvPr>
          <p:cNvCxnSpPr>
            <a:cxnSpLocks/>
          </p:cNvCxnSpPr>
          <p:nvPr/>
        </p:nvCxnSpPr>
        <p:spPr bwMode="auto">
          <a:xfrm rot="5399978">
            <a:off x="5876546" y="2306375"/>
            <a:ext cx="438901" cy="0"/>
          </a:xfrm>
          <a:prstGeom prst="line">
            <a:avLst/>
          </a:prstGeom>
          <a:ln w="19049" cap="rnd" cmpd="sng" algn="ctr">
            <a:solidFill>
              <a:schemeClr val="tx1"/>
            </a:solidFill>
            <a:prstDash val="solid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8734623C-465A-F4BC-E5EB-C46122961EA1}"/>
              </a:ext>
            </a:extLst>
          </p:cNvPr>
          <p:cNvCxnSpPr>
            <a:cxnSpLocks/>
          </p:cNvCxnSpPr>
          <p:nvPr/>
        </p:nvCxnSpPr>
        <p:spPr bwMode="auto">
          <a:xfrm rot="5399978">
            <a:off x="5876549" y="2998886"/>
            <a:ext cx="438901" cy="0"/>
          </a:xfrm>
          <a:prstGeom prst="line">
            <a:avLst/>
          </a:prstGeom>
          <a:ln w="19049" cap="rnd" cmpd="sng" algn="ctr">
            <a:solidFill>
              <a:schemeClr val="tx1"/>
            </a:solidFill>
            <a:prstDash val="solid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3FC6D6B4-C4C3-8CBA-FBEF-122CAECAB9A6}"/>
              </a:ext>
            </a:extLst>
          </p:cNvPr>
          <p:cNvCxnSpPr>
            <a:cxnSpLocks/>
          </p:cNvCxnSpPr>
          <p:nvPr/>
        </p:nvCxnSpPr>
        <p:spPr bwMode="auto">
          <a:xfrm rot="5399978">
            <a:off x="5876549" y="3648017"/>
            <a:ext cx="438901" cy="0"/>
          </a:xfrm>
          <a:prstGeom prst="line">
            <a:avLst/>
          </a:prstGeom>
          <a:ln w="19049" cap="rnd" cmpd="sng" algn="ctr">
            <a:solidFill>
              <a:schemeClr val="tx1"/>
            </a:solidFill>
            <a:prstDash val="solid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A5F008B-82E1-73B3-3276-E2E4C2117D5D}"/>
              </a:ext>
            </a:extLst>
          </p:cNvPr>
          <p:cNvCxnSpPr>
            <a:cxnSpLocks/>
          </p:cNvCxnSpPr>
          <p:nvPr/>
        </p:nvCxnSpPr>
        <p:spPr bwMode="auto">
          <a:xfrm rot="5399978">
            <a:off x="5876546" y="4384966"/>
            <a:ext cx="438901" cy="0"/>
          </a:xfrm>
          <a:prstGeom prst="line">
            <a:avLst/>
          </a:prstGeom>
          <a:ln w="19049" cap="rnd" cmpd="sng" algn="ctr">
            <a:solidFill>
              <a:schemeClr val="tx1"/>
            </a:solidFill>
            <a:prstDash val="solid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F8502037-0626-B768-07CF-2EDDA219B893}"/>
              </a:ext>
            </a:extLst>
          </p:cNvPr>
          <p:cNvCxnSpPr>
            <a:cxnSpLocks/>
          </p:cNvCxnSpPr>
          <p:nvPr/>
        </p:nvCxnSpPr>
        <p:spPr bwMode="auto">
          <a:xfrm rot="5399978">
            <a:off x="5876546" y="5100095"/>
            <a:ext cx="438901" cy="0"/>
          </a:xfrm>
          <a:prstGeom prst="line">
            <a:avLst/>
          </a:prstGeom>
          <a:ln w="19049" cap="rnd" cmpd="sng" algn="ctr">
            <a:solidFill>
              <a:schemeClr val="tx1"/>
            </a:solidFill>
            <a:prstDash val="solid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411766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D7B6D3-86E1-77C3-9387-99F098C3FA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Hierarchy of DNS Servers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CDA401-0B02-4E98-4BEA-DFD338A78D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Root DNS Servers: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 requests for the top-level domains (TLDs) like .com, .org, .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edu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etc.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Top-Level Domain (TLD) Servers: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Responsible for top-level domains such as com, org, net,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edu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gov, and the country’s top-level domains such as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ca, and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Examples: .com DNS servers handle requests for yahoo.com, amazon.com, etc.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Authoritative DNS Servers: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Contain the actual IP address mappings for specific domain names.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yahoo.com DNS servers provide the IP address for www.yahoo.com.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1BDBB2DF-FCA3-E05E-9689-F195230A9E1E}"/>
                  </a:ext>
                </a:extLst>
              </p14:cNvPr>
              <p14:cNvContentPartPr/>
              <p14:nvPr/>
            </p14:nvContentPartPr>
            <p14:xfrm>
              <a:off x="7021673" y="2466883"/>
              <a:ext cx="2094120" cy="1022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1BDBB2DF-FCA3-E05E-9689-F195230A9E1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949673" y="2323243"/>
                <a:ext cx="2237760" cy="38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1CF52038-CAA8-B690-E303-AB967DE52B2E}"/>
                  </a:ext>
                </a:extLst>
              </p14:cNvPr>
              <p14:cNvContentPartPr/>
              <p14:nvPr/>
            </p14:nvContentPartPr>
            <p14:xfrm>
              <a:off x="9126593" y="2570563"/>
              <a:ext cx="1045800" cy="1008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1CF52038-CAA8-B690-E303-AB967DE52B2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054593" y="2426563"/>
                <a:ext cx="1189440" cy="29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78394C08-DD3A-1070-192B-E95D9BBCCC7A}"/>
                  </a:ext>
                </a:extLst>
              </p14:cNvPr>
              <p14:cNvContentPartPr/>
              <p14:nvPr/>
            </p14:nvContentPartPr>
            <p14:xfrm>
              <a:off x="6826193" y="3348523"/>
              <a:ext cx="631440" cy="6768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78394C08-DD3A-1070-192B-E95D9BBCCC7A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754193" y="3204883"/>
                <a:ext cx="775080" cy="355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5D5F1377-15C0-EDC9-76DF-7EFD53503958}"/>
                  </a:ext>
                </a:extLst>
              </p14:cNvPr>
              <p14:cNvContentPartPr/>
              <p14:nvPr/>
            </p14:nvContentPartPr>
            <p14:xfrm>
              <a:off x="1580993" y="3387043"/>
              <a:ext cx="1892880" cy="3996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5D5F1377-15C0-EDC9-76DF-7EFD53503958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509353" y="3243043"/>
                <a:ext cx="2036520" cy="32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7F15E615-69C3-BFB9-0712-6802AA71EC70}"/>
                  </a:ext>
                </a:extLst>
              </p14:cNvPr>
              <p14:cNvContentPartPr/>
              <p14:nvPr/>
            </p14:nvContentPartPr>
            <p14:xfrm>
              <a:off x="1564073" y="2472643"/>
              <a:ext cx="2375280" cy="7020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7F15E615-69C3-BFB9-0712-6802AA71EC70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492433" y="2329003"/>
                <a:ext cx="2518920" cy="357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57897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905D4E6-B97C-508C-84FB-E63A5A548A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/>
        </p:blipFill>
        <p:spPr bwMode="auto">
          <a:xfrm>
            <a:off x="1618488" y="877824"/>
            <a:ext cx="8869680" cy="477129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67C763E-0F38-CC9D-7851-5BD9AAD96388}"/>
              </a:ext>
            </a:extLst>
          </p:cNvPr>
          <p:cNvSpPr txBox="1"/>
          <p:nvPr/>
        </p:nvSpPr>
        <p:spPr>
          <a:xfrm>
            <a:off x="2937510" y="5610844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Hierarchy of DNS Servers</a:t>
            </a:r>
          </a:p>
        </p:txBody>
      </p:sp>
    </p:spTree>
    <p:extLst>
      <p:ext uri="{BB962C8B-B14F-4D97-AF65-F5344CB8AC3E}">
        <p14:creationId xmlns:p14="http://schemas.microsoft.com/office/powerpoint/2010/main" val="11273513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E29552-A7AD-14F3-AD2B-ED250ED14D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Additional Services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E96098-613F-875B-4A60-DEEC55E9DE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Host Aliasing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alternate names (aliases) for a single host.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www.example.com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may alias to </a:t>
            </a:r>
            <a:r>
              <a:rPr lang="en-IN" u="sng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server1.example.com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Mail Server Aliasing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Maps domain names to mail servers for email routing.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</a:t>
            </a:r>
            <a:r>
              <a:rPr lang="en-IN" u="sng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mail.example.com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Load Distribution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Balances traffic among multiple servers hosting the same domain.</a:t>
            </a:r>
          </a:p>
          <a:p>
            <a:pPr marL="457200" lvl="1" indent="0">
              <a:buNone/>
            </a:pPr>
            <a:endParaRPr lang="en-IN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6270DB73-4E57-5971-0A5C-D4829E149B9B}"/>
                  </a:ext>
                </a:extLst>
              </p14:cNvPr>
              <p14:cNvContentPartPr/>
              <p14:nvPr/>
            </p14:nvContentPartPr>
            <p14:xfrm>
              <a:off x="1667753" y="3766483"/>
              <a:ext cx="1776960" cy="9108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6270DB73-4E57-5971-0A5C-D4829E149B9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595753" y="3622843"/>
                <a:ext cx="1920600" cy="37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630B3A2C-2295-A1ED-EC1D-5CE05247910E}"/>
                  </a:ext>
                </a:extLst>
              </p14:cNvPr>
              <p14:cNvContentPartPr/>
              <p14:nvPr/>
            </p14:nvContentPartPr>
            <p14:xfrm>
              <a:off x="3450473" y="3724723"/>
              <a:ext cx="3244680" cy="14616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630B3A2C-2295-A1ED-EC1D-5CE05247910E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378473" y="3580723"/>
                <a:ext cx="3388320" cy="43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74486A9A-8037-1D86-4F00-4069B6CC25F5}"/>
                  </a:ext>
                </a:extLst>
              </p14:cNvPr>
              <p14:cNvContentPartPr/>
              <p14:nvPr/>
            </p14:nvContentPartPr>
            <p14:xfrm>
              <a:off x="6705593" y="3801403"/>
              <a:ext cx="1504080" cy="17892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74486A9A-8037-1D86-4F00-4069B6CC25F5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633953" y="3657403"/>
                <a:ext cx="1647720" cy="466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35464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EF42E4-6823-84BD-E352-EFBEFBEC9D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Host Aliasing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46EE93-9AC5-8287-7371-91BE83C347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Host aliasing is a mechanism in the DNS that allows a single domain name to serve as an alias for another domain name.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is typically implemented using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CNAME (Canonical Name) records.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user types blog.example.com in their browser.</a:t>
            </a:r>
          </a:p>
          <a:p>
            <a:pPr lvl="1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DNS server contains</a:t>
            </a:r>
          </a:p>
          <a:p>
            <a:pPr lvl="2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blog.example.com  CNAME  www.example.com</a:t>
            </a:r>
          </a:p>
          <a:p>
            <a:pPr lvl="2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www.example.com   A      192.168.1.50</a:t>
            </a:r>
          </a:p>
          <a:p>
            <a:pPr lvl="1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browser resolves blog.example.com to</a:t>
            </a:r>
            <a:r>
              <a:rPr lang="en-IN" sz="22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2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www.example.com</a:t>
            </a:r>
            <a:r>
              <a:rPr lang="en-IN" sz="22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finally to 192.168.1.50.</a:t>
            </a:r>
          </a:p>
          <a:p>
            <a:pPr marL="914400" lvl="2" indent="0">
              <a:buNone/>
            </a:pPr>
            <a:endParaRPr lang="en-IN" dirty="0"/>
          </a:p>
          <a:p>
            <a:pPr lvl="1"/>
            <a:endParaRPr lang="en-IN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023A5D7A-11C4-97C8-9A6C-8A42044B2180}"/>
                  </a:ext>
                </a:extLst>
              </p14:cNvPr>
              <p14:cNvContentPartPr/>
              <p14:nvPr/>
            </p14:nvContentPartPr>
            <p14:xfrm>
              <a:off x="1685033" y="4289563"/>
              <a:ext cx="2819520" cy="7632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023A5D7A-11C4-97C8-9A6C-8A42044B218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613393" y="4145923"/>
                <a:ext cx="2963160" cy="36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DC017510-D097-7B73-7B64-9851F9B2C01A}"/>
                  </a:ext>
                </a:extLst>
              </p14:cNvPr>
              <p14:cNvContentPartPr/>
              <p14:nvPr/>
            </p14:nvContentPartPr>
            <p14:xfrm>
              <a:off x="1908953" y="4721563"/>
              <a:ext cx="1990440" cy="10404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DC017510-D097-7B73-7B64-9851F9B2C01A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836953" y="4577563"/>
                <a:ext cx="2134080" cy="39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6C61CEFB-0907-5CCE-89E3-1E68F2FFA693}"/>
                  </a:ext>
                </a:extLst>
              </p14:cNvPr>
              <p14:cNvContentPartPr/>
              <p14:nvPr/>
            </p14:nvContentPartPr>
            <p14:xfrm>
              <a:off x="3899033" y="4686283"/>
              <a:ext cx="3367080" cy="11592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6C61CEFB-0907-5CCE-89E3-1E68F2FFA693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827393" y="4542643"/>
                <a:ext cx="3510720" cy="40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97D3D801-A708-B777-584A-6119DC497822}"/>
                  </a:ext>
                </a:extLst>
              </p14:cNvPr>
              <p14:cNvContentPartPr/>
              <p14:nvPr/>
            </p14:nvContentPartPr>
            <p14:xfrm>
              <a:off x="2012993" y="4951243"/>
              <a:ext cx="1702800" cy="6984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97D3D801-A708-B777-584A-6119DC497822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940993" y="4807603"/>
                <a:ext cx="1846440" cy="357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7D50DE75-F7CA-EEFA-DA44-EF8613685923}"/>
                  </a:ext>
                </a:extLst>
              </p14:cNvPr>
              <p14:cNvContentPartPr/>
              <p14:nvPr/>
            </p14:nvContentPartPr>
            <p14:xfrm>
              <a:off x="3720833" y="4962763"/>
              <a:ext cx="2960640" cy="9324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7D50DE75-F7CA-EEFA-DA44-EF8613685923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3649193" y="4819123"/>
                <a:ext cx="3104280" cy="38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E680D816-1EEB-354B-EBFB-15AEBFB4A15B}"/>
                  </a:ext>
                </a:extLst>
              </p14:cNvPr>
              <p14:cNvContentPartPr/>
              <p14:nvPr/>
            </p14:nvContentPartPr>
            <p14:xfrm>
              <a:off x="2023793" y="4629403"/>
              <a:ext cx="3002760" cy="9756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E680D816-1EEB-354B-EBFB-15AEBFB4A15B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952153" y="4485403"/>
                <a:ext cx="3146400" cy="38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C8EF8D73-AA2E-E933-E896-46F45A78A3E7}"/>
                  </a:ext>
                </a:extLst>
              </p14:cNvPr>
              <p14:cNvContentPartPr/>
              <p14:nvPr/>
            </p14:nvContentPartPr>
            <p14:xfrm>
              <a:off x="5773553" y="5313403"/>
              <a:ext cx="2854440" cy="11592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C8EF8D73-AA2E-E933-E896-46F45A78A3E7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5701913" y="5169763"/>
                <a:ext cx="2998080" cy="40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1E4EEF1C-8AB3-C224-A8F9-591B1BAE8D49}"/>
                  </a:ext>
                </a:extLst>
              </p14:cNvPr>
              <p14:cNvContentPartPr/>
              <p14:nvPr/>
            </p14:nvContentPartPr>
            <p14:xfrm>
              <a:off x="8643473" y="5267683"/>
              <a:ext cx="1278360" cy="8712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1E4EEF1C-8AB3-C224-A8F9-591B1BAE8D49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8571833" y="5123683"/>
                <a:ext cx="1422000" cy="374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A49B44F5-C1FB-7D0F-AABB-F020EC4EFEC1}"/>
                  </a:ext>
                </a:extLst>
              </p14:cNvPr>
              <p14:cNvContentPartPr/>
              <p14:nvPr/>
            </p14:nvContentPartPr>
            <p14:xfrm>
              <a:off x="1685033" y="5538043"/>
              <a:ext cx="1279800" cy="23220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A49B44F5-C1FB-7D0F-AABB-F020EC4EFEC1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1613393" y="5394043"/>
                <a:ext cx="1423440" cy="519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ACFE79C4-4E6E-12BD-3120-AFD9CEF853D5}"/>
                  </a:ext>
                </a:extLst>
              </p14:cNvPr>
              <p14:cNvContentPartPr/>
              <p14:nvPr/>
            </p14:nvContentPartPr>
            <p14:xfrm>
              <a:off x="1138553" y="2316403"/>
              <a:ext cx="2608560" cy="15732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ACFE79C4-4E6E-12BD-3120-AFD9CEF853D5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1066913" y="2172763"/>
                <a:ext cx="2752200" cy="444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97BF1713-F2D3-DC58-6181-5309998364CC}"/>
                  </a:ext>
                </a:extLst>
              </p14:cNvPr>
              <p14:cNvContentPartPr/>
              <p14:nvPr/>
            </p14:nvContentPartPr>
            <p14:xfrm>
              <a:off x="3755033" y="2167003"/>
              <a:ext cx="4285440" cy="28620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97BF1713-F2D3-DC58-6181-5309998364CC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3683393" y="2023363"/>
                <a:ext cx="4429080" cy="573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E6419747-4790-4A6E-C5A5-403DD62BFB83}"/>
                  </a:ext>
                </a:extLst>
              </p14:cNvPr>
              <p14:cNvContentPartPr/>
              <p14:nvPr/>
            </p14:nvContentPartPr>
            <p14:xfrm>
              <a:off x="6550073" y="2725723"/>
              <a:ext cx="881280" cy="5256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E6419747-4790-4A6E-C5A5-403DD62BFB83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6478073" y="2582083"/>
                <a:ext cx="1024920" cy="340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725561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FBED03-B8B5-9197-131D-383ECDD976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Testing Host Aliasing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B405B2-EC24-73A0-61A6-BEBFBD5050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dig command: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query a CNAME record, run: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dig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www.example.com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2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response will show the alias and its canonical name.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Wireshark: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Capture DNS queries with the filter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dns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&amp;&amp; dns.qry.name == "www.example.com"</a:t>
            </a:r>
          </a:p>
          <a:p>
            <a:pPr marL="457200" lvl="1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Observe the 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DNS response.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8C28A9DC-2A4B-5487-B100-D7EB0473C8B5}"/>
                  </a:ext>
                </a:extLst>
              </p14:cNvPr>
              <p14:cNvContentPartPr/>
              <p14:nvPr/>
            </p14:nvContentPartPr>
            <p14:xfrm>
              <a:off x="2202353" y="2064403"/>
              <a:ext cx="1617480" cy="795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8C28A9DC-2A4B-5487-B100-D7EB0473C8B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130713" y="1920763"/>
                <a:ext cx="1761120" cy="367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D0E43ACE-1FD7-617F-7FC0-015AD124819E}"/>
                  </a:ext>
                </a:extLst>
              </p14:cNvPr>
              <p14:cNvContentPartPr/>
              <p14:nvPr/>
            </p14:nvContentPartPr>
            <p14:xfrm>
              <a:off x="4750073" y="3145843"/>
              <a:ext cx="2820240" cy="10980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D0E43ACE-1FD7-617F-7FC0-015AD124819E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678433" y="3001843"/>
                <a:ext cx="2963880" cy="39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877D0AA9-1DD2-BFD3-BEE5-CF0D7BBC5D21}"/>
                  </a:ext>
                </a:extLst>
              </p14:cNvPr>
              <p14:cNvContentPartPr/>
              <p14:nvPr/>
            </p14:nvContentPartPr>
            <p14:xfrm>
              <a:off x="2104433" y="4392163"/>
              <a:ext cx="5097240" cy="22068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877D0AA9-1DD2-BFD3-BEE5-CF0D7BBC5D21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032793" y="4248163"/>
                <a:ext cx="5240880" cy="508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435296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B39E9B-0851-9CD9-DE35-298D06E7F1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b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Mail Server Aliasing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70C625-04D4-8B71-3F10-AB1D8DE1CB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mechanism in the DNS that uses Mail Exchange (MX) records to direct email to the correct mail server for a given domain.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Mail Server Aliasing Works: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DNS Query for MX Records</a:t>
            </a:r>
          </a:p>
          <a:p>
            <a:pPr lvl="2"/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someone sends an email to </a:t>
            </a:r>
            <a:r>
              <a:rPr lang="en-IN" sz="2100" u="sng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user@example.com</a:t>
            </a: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the sending mail server queries DNS to find the MX record(s) for the domain example.com.</a:t>
            </a:r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Prioritized Mail Servers</a:t>
            </a:r>
          </a:p>
          <a:p>
            <a:pPr lvl="2"/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MX records include a priority value (also called preference).</a:t>
            </a:r>
          </a:p>
          <a:p>
            <a:pPr lvl="2"/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multiple mail servers are listed, the sending server attempts to deliver the email to the highest-priority server first. If that server is unavailable, it tries the next one in line.</a:t>
            </a:r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Alias to Different Mail Servers</a:t>
            </a:r>
          </a:p>
          <a:p>
            <a:pPr lvl="2"/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Mail server aliasing allows a domain to specify alternate mail servers, ensuring redundancy and load balancing.</a:t>
            </a:r>
          </a:p>
          <a:p>
            <a:pPr marL="914400" lvl="2" indent="0">
              <a:buNone/>
            </a:pPr>
            <a:endParaRPr lang="en-IN" sz="14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6E93DBE9-65F9-F968-11F6-8B34A5B46C8F}"/>
                  </a:ext>
                </a:extLst>
              </p14:cNvPr>
              <p14:cNvContentPartPr/>
              <p14:nvPr/>
            </p14:nvContentPartPr>
            <p14:xfrm>
              <a:off x="10282553" y="1966843"/>
              <a:ext cx="330840" cy="3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6E93DBE9-65F9-F968-11F6-8B34A5B46C8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210553" y="1822843"/>
                <a:ext cx="47448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CD65A8B2-F1D4-C916-5875-B2798AEE7968}"/>
                  </a:ext>
                </a:extLst>
              </p14:cNvPr>
              <p14:cNvContentPartPr/>
              <p14:nvPr/>
            </p14:nvContentPartPr>
            <p14:xfrm>
              <a:off x="1351313" y="2323243"/>
              <a:ext cx="2760480" cy="5184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CD65A8B2-F1D4-C916-5875-B2798AEE796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279313" y="2179603"/>
                <a:ext cx="2904120" cy="339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C3795A5A-DF70-F950-3B4B-27BF58D45032}"/>
                  </a:ext>
                </a:extLst>
              </p14:cNvPr>
              <p14:cNvContentPartPr/>
              <p14:nvPr/>
            </p14:nvContentPartPr>
            <p14:xfrm>
              <a:off x="4111793" y="2351683"/>
              <a:ext cx="3634920" cy="18000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C3795A5A-DF70-F950-3B4B-27BF58D45032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039793" y="2208043"/>
                <a:ext cx="3778560" cy="46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C75B8BE0-CAE2-8CAC-EDFE-1F1CCDD01F8A}"/>
                  </a:ext>
                </a:extLst>
              </p14:cNvPr>
              <p14:cNvContentPartPr/>
              <p14:nvPr/>
            </p14:nvContentPartPr>
            <p14:xfrm>
              <a:off x="2150513" y="4185883"/>
              <a:ext cx="5135760" cy="23220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C75B8BE0-CAE2-8CAC-EDFE-1F1CCDD01F8A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078873" y="4042243"/>
                <a:ext cx="5279400" cy="519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F231346F-6449-732B-4661-F16A8F3A593F}"/>
                  </a:ext>
                </a:extLst>
              </p14:cNvPr>
              <p14:cNvContentPartPr/>
              <p14:nvPr/>
            </p14:nvContentPartPr>
            <p14:xfrm>
              <a:off x="2012993" y="4519603"/>
              <a:ext cx="2654280" cy="4104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F231346F-6449-732B-4661-F16A8F3A593F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940993" y="4375963"/>
                <a:ext cx="2797920" cy="32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725C1564-FFE5-4F26-6FF4-5159F70DA11F}"/>
                  </a:ext>
                </a:extLst>
              </p14:cNvPr>
              <p14:cNvContentPartPr/>
              <p14:nvPr/>
            </p14:nvContentPartPr>
            <p14:xfrm>
              <a:off x="4669433" y="4531123"/>
              <a:ext cx="2704320" cy="7596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725C1564-FFE5-4F26-6FF4-5159F70DA11F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4597433" y="4387483"/>
                <a:ext cx="2847960" cy="363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4C02C084-C9DE-8CA9-E371-0942CA19A6E9}"/>
                  </a:ext>
                </a:extLst>
              </p14:cNvPr>
              <p14:cNvContentPartPr/>
              <p14:nvPr/>
            </p14:nvContentPartPr>
            <p14:xfrm>
              <a:off x="7366913" y="4589083"/>
              <a:ext cx="2915640" cy="12996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4C02C084-C9DE-8CA9-E371-0942CA19A6E9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7294913" y="4445083"/>
                <a:ext cx="3059280" cy="41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D4875812-F0FE-1C89-E00D-ED05B104FDDA}"/>
                  </a:ext>
                </a:extLst>
              </p14:cNvPr>
              <p14:cNvContentPartPr/>
              <p14:nvPr/>
            </p14:nvContentPartPr>
            <p14:xfrm>
              <a:off x="2162393" y="4847923"/>
              <a:ext cx="1937160" cy="5292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D4875812-F0FE-1C89-E00D-ED05B104FDDA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2090393" y="4704283"/>
                <a:ext cx="2080800" cy="340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121EF935-6115-66DD-6EF5-8DD9CDB74717}"/>
                  </a:ext>
                </a:extLst>
              </p14:cNvPr>
              <p14:cNvContentPartPr/>
              <p14:nvPr/>
            </p14:nvContentPartPr>
            <p14:xfrm>
              <a:off x="4106033" y="4859083"/>
              <a:ext cx="2462760" cy="7056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121EF935-6115-66DD-6EF5-8DD9CDB74717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4034033" y="4715083"/>
                <a:ext cx="2606400" cy="35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4FE0CDF9-65F1-0F85-C282-E0DDA3465C93}"/>
                  </a:ext>
                </a:extLst>
              </p14:cNvPr>
              <p14:cNvContentPartPr/>
              <p14:nvPr/>
            </p14:nvContentPartPr>
            <p14:xfrm>
              <a:off x="6573113" y="4783483"/>
              <a:ext cx="3196800" cy="9972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4FE0CDF9-65F1-0F85-C282-E0DDA3465C93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6501113" y="4639483"/>
                <a:ext cx="3340440" cy="38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DDA4B681-5B4B-FBF8-9367-098E6ACA2499}"/>
                  </a:ext>
                </a:extLst>
              </p14:cNvPr>
              <p14:cNvContentPartPr/>
              <p14:nvPr/>
            </p14:nvContentPartPr>
            <p14:xfrm>
              <a:off x="3306473" y="5422123"/>
              <a:ext cx="561600" cy="7020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DDA4B681-5B4B-FBF8-9367-098E6ACA2499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3234833" y="5278123"/>
                <a:ext cx="705240" cy="35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35553FC1-BF1B-DA2F-F08A-7519532156F7}"/>
                  </a:ext>
                </a:extLst>
              </p14:cNvPr>
              <p14:cNvContentPartPr/>
              <p14:nvPr/>
            </p14:nvContentPartPr>
            <p14:xfrm>
              <a:off x="2012993" y="5658643"/>
              <a:ext cx="1279800" cy="3492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35553FC1-BF1B-DA2F-F08A-7519532156F7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1940993" y="5515003"/>
                <a:ext cx="1423440" cy="322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896865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06CFDC-CACF-8885-A0EA-8628C0DA7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33323"/>
          </a:xfrm>
        </p:spPr>
        <p:txBody>
          <a:bodyPr/>
          <a:lstStyle/>
          <a:p>
            <a:pPr algn="ctr"/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nslookup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728306-3C14-240D-C36A-43FA4B06D2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52144"/>
            <a:ext cx="10515600" cy="1984247"/>
          </a:xfrm>
        </p:spPr>
        <p:txBody>
          <a:bodyPr>
            <a:normAutofit fontScale="92500" lnSpcReduction="10000"/>
          </a:bodyPr>
          <a:lstStyle/>
          <a:p>
            <a:r>
              <a:rPr lang="en-US" sz="2800" dirty="0">
                <a:latin typeface="Times New Roman"/>
                <a:cs typeface="Times New Roman"/>
              </a:rPr>
              <a:t>Stands for </a:t>
            </a:r>
            <a:r>
              <a:rPr lang="en-US" sz="2800" b="0" i="0" u="none" strike="noStrike" cap="none" spc="0" dirty="0">
                <a:solidFill>
                  <a:schemeClr val="tx1"/>
                </a:solidFill>
                <a:latin typeface="Times New Roman"/>
                <a:cs typeface="Times New Roman"/>
              </a:rPr>
              <a:t>Name Server Lookup</a:t>
            </a:r>
          </a:p>
          <a:p>
            <a:r>
              <a:rPr lang="en-US" sz="2800" b="0" i="0" u="none" strike="noStrike" cap="none" spc="0" dirty="0">
                <a:solidFill>
                  <a:schemeClr val="tx1"/>
                </a:solidFill>
                <a:latin typeface="Times New Roman"/>
                <a:cs typeface="Times New Roman"/>
              </a:rPr>
              <a:t>used for DNS-related queries</a:t>
            </a:r>
            <a:endParaRPr lang="en-US" sz="2800" dirty="0">
              <a:latin typeface="Times New Roman"/>
              <a:cs typeface="Times New Roman"/>
            </a:endParaRPr>
          </a:p>
          <a:p>
            <a:r>
              <a:rPr lang="en-US" sz="2800" b="0" i="0" u="none" strike="noStrike" cap="none" spc="0" dirty="0">
                <a:solidFill>
                  <a:schemeClr val="tx1"/>
                </a:solidFill>
                <a:latin typeface="Times New Roman"/>
                <a:cs typeface="Times New Roman"/>
              </a:rPr>
              <a:t>Syntax:  </a:t>
            </a:r>
          </a:p>
          <a:p>
            <a:pPr lvl="1"/>
            <a:r>
              <a:rPr lang="en-US" sz="2400" b="0" i="0" u="none" strike="noStrike" cap="none" spc="0" dirty="0" err="1">
                <a:solidFill>
                  <a:schemeClr val="tx1"/>
                </a:solidFill>
                <a:latin typeface="Times New Roman"/>
                <a:cs typeface="Times New Roman"/>
              </a:rPr>
              <a:t>nslookup</a:t>
            </a:r>
            <a:r>
              <a:rPr lang="en-US" sz="2400" b="0" i="0" u="none" strike="noStrike" cap="none" spc="0" dirty="0">
                <a:solidFill>
                  <a:schemeClr val="tx1"/>
                </a:solidFill>
                <a:latin typeface="Times New Roman"/>
                <a:cs typeface="Times New Roman"/>
              </a:rPr>
              <a:t> &lt;</a:t>
            </a:r>
            <a:r>
              <a:rPr lang="en-US" sz="2400" b="0" i="0" u="none" strike="noStrike" cap="none" spc="0" dirty="0" err="1">
                <a:solidFill>
                  <a:schemeClr val="tx1"/>
                </a:solidFill>
                <a:latin typeface="Times New Roman"/>
                <a:cs typeface="Times New Roman"/>
              </a:rPr>
              <a:t>domainName</a:t>
            </a:r>
            <a:r>
              <a:rPr lang="en-US" sz="2400" b="0" i="0" u="none" strike="noStrike" cap="none" spc="0" dirty="0">
                <a:solidFill>
                  <a:schemeClr val="tx1"/>
                </a:solidFill>
                <a:latin typeface="Times New Roman"/>
                <a:cs typeface="Times New Roman"/>
              </a:rPr>
              <a:t>&gt;</a:t>
            </a:r>
          </a:p>
          <a:p>
            <a:pPr lvl="1"/>
            <a:r>
              <a:rPr lang="en-US" sz="2400" b="0" i="0" u="none" strike="noStrike" cap="none" spc="0" dirty="0">
                <a:solidFill>
                  <a:schemeClr val="tx1"/>
                </a:solidFill>
                <a:latin typeface="Times New Roman"/>
                <a:cs typeface="Times New Roman"/>
              </a:rPr>
              <a:t>Ex- </a:t>
            </a:r>
            <a:r>
              <a:rPr lang="en-US" sz="2400" b="0" i="0" u="none" strike="noStrike" cap="none" spc="0" dirty="0" err="1">
                <a:solidFill>
                  <a:schemeClr val="tx1"/>
                </a:solidFill>
                <a:latin typeface="Times New Roman"/>
                <a:cs typeface="Times New Roman"/>
              </a:rPr>
              <a:t>nslookup</a:t>
            </a:r>
            <a:r>
              <a:rPr lang="en-US" sz="2400" b="0" i="0" u="none" strike="noStrike" cap="none" spc="0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lang="en-US" sz="2400" b="0" i="0" strike="noStrike" cap="none" spc="0" dirty="0">
                <a:latin typeface="Times New Roman"/>
                <a:cs typeface="Times New Roman"/>
              </a:rPr>
              <a:t>google.com</a:t>
            </a:r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BE82A3B-3148-572E-DEBC-D8E36EEAEE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367445"/>
              </p:ext>
            </p:extLst>
          </p:nvPr>
        </p:nvGraphicFramePr>
        <p:xfrm>
          <a:off x="838200" y="3233631"/>
          <a:ext cx="10515600" cy="27183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884035375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4244528033"/>
                    </a:ext>
                  </a:extLst>
                </a:gridCol>
              </a:tblGrid>
              <a:tr h="294267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Command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6848901"/>
                  </a:ext>
                </a:extLst>
              </a:tr>
              <a:tr h="50791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u="none" strike="noStrike" cap="none" spc="0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nslookup</a:t>
                      </a:r>
                      <a:r>
                        <a:rPr lang="en-US" sz="1800" b="0" i="0" u="none" strike="noStrike" cap="none" spc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-type=any &lt;</a:t>
                      </a:r>
                      <a:r>
                        <a:rPr lang="en-US" sz="1800" b="0" i="0" u="none" strike="noStrike" cap="none" spc="0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domainName</a:t>
                      </a:r>
                      <a:r>
                        <a:rPr lang="en-US" sz="1800" b="0" i="0" u="none" strike="noStrike" cap="none" spc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&gt;</a:t>
                      </a:r>
                      <a:endParaRPr 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u="none" strike="noStrike" cap="none" spc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view all the available DNS records </a:t>
                      </a:r>
                      <a:endParaRPr 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317224"/>
                  </a:ext>
                </a:extLst>
              </a:tr>
              <a:tr h="72559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u="none" strike="noStrike" cap="none" spc="0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nslookup</a:t>
                      </a:r>
                      <a:r>
                        <a:rPr lang="en-US" sz="1800" b="0" i="0" u="none" strike="noStrike" cap="none" spc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-type=</a:t>
                      </a:r>
                      <a:r>
                        <a:rPr lang="en-US" sz="1800" b="0" i="0" u="none" strike="noStrike" cap="none" spc="0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soa</a:t>
                      </a:r>
                      <a:r>
                        <a:rPr lang="en-US" sz="1800" b="0" i="0" u="none" strike="noStrike" cap="none" spc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&lt;</a:t>
                      </a:r>
                      <a:r>
                        <a:rPr lang="en-US" sz="1800" b="0" i="0" u="none" strike="noStrike" cap="none" spc="0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entury Gothic"/>
                          <a:cs typeface="Times New Roman" panose="02020603050405020304" pitchFamily="18" charset="0"/>
                        </a:rPr>
                        <a:t>domainName</a:t>
                      </a: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&gt;</a:t>
                      </a:r>
                    </a:p>
                    <a:p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u="none" strike="noStrike" cap="none" spc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SOA record (start of authority), provides the authoritative information about the domain</a:t>
                      </a:r>
                      <a:endParaRPr 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2615313"/>
                  </a:ext>
                </a:extLst>
              </a:tr>
              <a:tr h="798150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sz="1800" b="0" i="0" u="none" strike="noStrike" cap="none" spc="0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nslookup</a:t>
                      </a:r>
                      <a:r>
                        <a:rPr lang="en-US" sz="1800" b="0" i="0" u="none" strike="noStrike" cap="none" spc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-type=ns &lt;</a:t>
                      </a:r>
                      <a:r>
                        <a:rPr lang="en-US" sz="1800" b="0" i="0" u="none" strike="noStrike" cap="none" spc="0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entury Gothic"/>
                          <a:cs typeface="Times New Roman" panose="02020603050405020304" pitchFamily="18" charset="0"/>
                        </a:rPr>
                        <a:t>domainName</a:t>
                      </a:r>
                      <a:r>
                        <a:rPr lang="en-US" sz="1800" b="0" i="0" u="none" strike="noStrike" cap="none" spc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&gt;</a:t>
                      </a:r>
                      <a:endParaRPr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sz="1800" b="0" i="0" u="none" strike="noStrike" cap="none" spc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NS (Name Server) record maps a domain name to a list of DNS servers authoritative for that domain</a:t>
                      </a:r>
                      <a:endParaRPr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5833580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C8D9B1CF-3F27-0B02-49C4-61EEF6970D54}"/>
                  </a:ext>
                </a:extLst>
              </p14:cNvPr>
              <p14:cNvContentPartPr/>
              <p14:nvPr/>
            </p14:nvContentPartPr>
            <p14:xfrm>
              <a:off x="2748833" y="1265203"/>
              <a:ext cx="2642040" cy="19656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C8D9B1CF-3F27-0B02-49C4-61EEF6970D5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676833" y="1121203"/>
                <a:ext cx="2785680" cy="48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26503E5C-F500-8E01-CE90-3F48FE62DA5C}"/>
                  </a:ext>
                </a:extLst>
              </p14:cNvPr>
              <p14:cNvContentPartPr/>
              <p14:nvPr/>
            </p14:nvContentPartPr>
            <p14:xfrm>
              <a:off x="6291233" y="4698523"/>
              <a:ext cx="1887840" cy="6984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26503E5C-F500-8E01-CE90-3F48FE62DA5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219593" y="4554523"/>
                <a:ext cx="2031480" cy="357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6BC5CE3A-3D33-F860-8BCB-A28F5161BF37}"/>
                  </a:ext>
                </a:extLst>
              </p14:cNvPr>
              <p14:cNvContentPartPr/>
              <p14:nvPr/>
            </p14:nvContentPartPr>
            <p14:xfrm>
              <a:off x="11024513" y="5284963"/>
              <a:ext cx="189000" cy="1152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6BC5CE3A-3D33-F860-8BCB-A28F5161BF37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0952873" y="5140963"/>
                <a:ext cx="332640" cy="29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AFF143FE-AEFD-FC4A-96A5-453A0822FB1B}"/>
                  </a:ext>
                </a:extLst>
              </p14:cNvPr>
              <p14:cNvContentPartPr/>
              <p14:nvPr/>
            </p14:nvContentPartPr>
            <p14:xfrm>
              <a:off x="6222113" y="5537683"/>
              <a:ext cx="1111320" cy="4680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AFF143FE-AEFD-FC4A-96A5-453A0822FB1B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150473" y="5394043"/>
                <a:ext cx="1254960" cy="33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B228EC24-2DCF-0E4A-D66B-1462068C3769}"/>
                  </a:ext>
                </a:extLst>
              </p14:cNvPr>
              <p14:cNvContentPartPr/>
              <p14:nvPr/>
            </p14:nvContentPartPr>
            <p14:xfrm>
              <a:off x="7338113" y="5537323"/>
              <a:ext cx="3098520" cy="6984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B228EC24-2DCF-0E4A-D66B-1462068C3769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7266473" y="5393683"/>
                <a:ext cx="3242160" cy="357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01CF3B32-3D08-2147-729A-BDC7CC16C275}"/>
                  </a:ext>
                </a:extLst>
              </p14:cNvPr>
              <p14:cNvContentPartPr/>
              <p14:nvPr/>
            </p14:nvContentPartPr>
            <p14:xfrm>
              <a:off x="6739793" y="3783403"/>
              <a:ext cx="2741400" cy="2484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01CF3B32-3D08-2147-729A-BDC7CC16C275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6668153" y="3639763"/>
                <a:ext cx="2885040" cy="312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821688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B5D454-5F0F-AF92-E5C6-66197DB8D9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ipconfig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5E9924-5C43-7460-7442-02E2653087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2600" dirty="0">
                <a:latin typeface="Times New Roman"/>
                <a:cs typeface="Times New Roman"/>
              </a:rPr>
              <a:t>ipconfig stands for Internet Protocol Configuration</a:t>
            </a:r>
          </a:p>
          <a:p>
            <a:r>
              <a:rPr lang="en-US" sz="2600" dirty="0">
                <a:latin typeface="Times New Roman"/>
                <a:cs typeface="Times New Roman"/>
              </a:rPr>
              <a:t>used to view current TCP/IP network configuration values</a:t>
            </a:r>
          </a:p>
          <a:p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1C1E3DC-A842-0166-0177-3FE693C74F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7932911"/>
              </p:ext>
            </p:extLst>
          </p:nvPr>
        </p:nvGraphicFramePr>
        <p:xfrm>
          <a:off x="838200" y="3429000"/>
          <a:ext cx="10515600" cy="28084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654671850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345532438"/>
                    </a:ext>
                  </a:extLst>
                </a:gridCol>
              </a:tblGrid>
              <a:tr h="327612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Command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6536918"/>
                  </a:ext>
                </a:extLst>
              </a:tr>
              <a:tr h="787959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ipconfig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u="none" strike="noStrike" cap="none" spc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entury Gothic"/>
                          <a:cs typeface="Times New Roman" panose="02020603050405020304" pitchFamily="18" charset="0"/>
                        </a:rPr>
                        <a:t>display the basic TCP/IP configuration for all adapters</a:t>
                      </a:r>
                      <a:endParaRPr 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1602990"/>
                  </a:ext>
                </a:extLst>
              </a:tr>
              <a:tr h="78795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u="none" strike="noStrike" cap="none" spc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entury Gothic"/>
                          <a:cs typeface="Times New Roman" panose="02020603050405020304" pitchFamily="18" charset="0"/>
                        </a:rPr>
                        <a:t>ipconfig /all</a:t>
                      </a:r>
                      <a:endParaRPr 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u="none" strike="noStrike" cap="none" spc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entury Gothic"/>
                          <a:cs typeface="Times New Roman" panose="02020603050405020304" pitchFamily="18" charset="0"/>
                        </a:rPr>
                        <a:t>display the full TCP/IP configuration for all adapters</a:t>
                      </a:r>
                      <a:endParaRPr 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3863922"/>
                  </a:ext>
                </a:extLst>
              </a:tr>
              <a:tr h="866755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sz="2000" b="0" i="0" u="none" strike="noStrike" cap="none" spc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entury Gothic"/>
                          <a:cs typeface="Times New Roman" panose="02020603050405020304" pitchFamily="18" charset="0"/>
                        </a:rPr>
                        <a:t>ipconfig /</a:t>
                      </a:r>
                      <a:r>
                        <a:rPr lang="en-US" sz="2000" b="0" i="0" u="none" strike="noStrike" cap="none" spc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entury Gothic"/>
                          <a:cs typeface="Times New Roman" panose="02020603050405020304" pitchFamily="18" charset="0"/>
                        </a:rPr>
                        <a:t>flushdns</a:t>
                      </a:r>
                      <a:endParaRPr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sz="2000" b="0" i="0" u="none" strike="noStrike" cap="none" spc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entury Gothic"/>
                          <a:cs typeface="Times New Roman" panose="02020603050405020304" pitchFamily="18" charset="0"/>
                        </a:rPr>
                        <a:t>flush the DNS resolver when troubleshooting name resolution problems</a:t>
                      </a:r>
                      <a:endParaRPr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1287677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0EFBAB46-6AE2-38B8-AC02-0C3C3D752848}"/>
                  </a:ext>
                </a:extLst>
              </p14:cNvPr>
              <p14:cNvContentPartPr/>
              <p14:nvPr/>
            </p14:nvContentPartPr>
            <p14:xfrm>
              <a:off x="7326233" y="3927043"/>
              <a:ext cx="1209960" cy="4716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0EFBAB46-6AE2-38B8-AC02-0C3C3D75284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254593" y="3783043"/>
                <a:ext cx="1353600" cy="33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E1B45134-0275-9822-9386-BF0FBD6E6FD3}"/>
                  </a:ext>
                </a:extLst>
              </p14:cNvPr>
              <p14:cNvContentPartPr/>
              <p14:nvPr/>
            </p14:nvContentPartPr>
            <p14:xfrm>
              <a:off x="7297793" y="4773403"/>
              <a:ext cx="849600" cy="7560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E1B45134-0275-9822-9386-BF0FBD6E6FD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225793" y="4629403"/>
                <a:ext cx="993240" cy="363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49981F8E-9F9D-BAC4-81D8-7FF4516A3168}"/>
                  </a:ext>
                </a:extLst>
              </p14:cNvPr>
              <p14:cNvContentPartPr/>
              <p14:nvPr/>
            </p14:nvContentPartPr>
            <p14:xfrm>
              <a:off x="6400313" y="5624083"/>
              <a:ext cx="3852000" cy="6444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49981F8E-9F9D-BAC4-81D8-7FF4516A3168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328673" y="5480083"/>
                <a:ext cx="3995640" cy="352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9C5469B2-A75A-25A1-912C-BA0796A268FC}"/>
                  </a:ext>
                </a:extLst>
              </p14:cNvPr>
              <p14:cNvContentPartPr/>
              <p14:nvPr/>
            </p14:nvContentPartPr>
            <p14:xfrm>
              <a:off x="10253753" y="5687443"/>
              <a:ext cx="600120" cy="2628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9C5469B2-A75A-25A1-912C-BA0796A268FC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0182113" y="5543803"/>
                <a:ext cx="743760" cy="31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D9F561F6-5EDF-7850-70BC-73BBD78FCA46}"/>
                  </a:ext>
                </a:extLst>
              </p14:cNvPr>
              <p14:cNvContentPartPr/>
              <p14:nvPr/>
            </p14:nvContentPartPr>
            <p14:xfrm>
              <a:off x="6268193" y="5858803"/>
              <a:ext cx="1448640" cy="9936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D9F561F6-5EDF-7850-70BC-73BBD78FCA46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6196553" y="5714803"/>
                <a:ext cx="1592280" cy="387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638796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3663A4E60B23240A00B90F2213B2739" ma:contentTypeVersion="3" ma:contentTypeDescription="Create a new document." ma:contentTypeScope="" ma:versionID="6e5b734c362a73f2924470fd1a828ef9">
  <xsd:schema xmlns:xsd="http://www.w3.org/2001/XMLSchema" xmlns:xs="http://www.w3.org/2001/XMLSchema" xmlns:p="http://schemas.microsoft.com/office/2006/metadata/properties" xmlns:ns2="b9cf2746-540d-4e5b-8846-ebb93da0bc06" targetNamespace="http://schemas.microsoft.com/office/2006/metadata/properties" ma:root="true" ma:fieldsID="2fa366b61f950d3c1f2099978aa6c853" ns2:_="">
    <xsd:import namespace="b9cf2746-540d-4e5b-8846-ebb93da0bc0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9cf2746-540d-4e5b-8846-ebb93da0bc0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F708E1F6-C41B-4970-A273-A453234E39A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9cf2746-540d-4e5b-8846-ebb93da0bc0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9056FC8C-7658-40D0-99F4-FC40E83CE24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E730079-370B-4C77-A6AB-BBBB5AFCC718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1414</TotalTime>
  <Words>894</Words>
  <Application>Microsoft Office PowerPoint</Application>
  <PresentationFormat>Widescreen</PresentationFormat>
  <Paragraphs>118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Calibri</vt:lpstr>
      <vt:lpstr>Calibri Light</vt:lpstr>
      <vt:lpstr>Times New Roman</vt:lpstr>
      <vt:lpstr>Wingdings</vt:lpstr>
      <vt:lpstr>Office Theme</vt:lpstr>
      <vt:lpstr>Domain Name Server (DNS)</vt:lpstr>
      <vt:lpstr>Introduction</vt:lpstr>
      <vt:lpstr>DNS Packet Structure </vt:lpstr>
      <vt:lpstr>Common DNS Record Types </vt:lpstr>
      <vt:lpstr>DNS (Domain Name System)</vt:lpstr>
      <vt:lpstr>Hierarchy of DNS Servers</vt:lpstr>
      <vt:lpstr>PowerPoint Presentation</vt:lpstr>
      <vt:lpstr>Additional Services</vt:lpstr>
      <vt:lpstr>Host Aliasing</vt:lpstr>
      <vt:lpstr>Testing Host Aliasing</vt:lpstr>
      <vt:lpstr> Mail Server Aliasing</vt:lpstr>
      <vt:lpstr>nslookup</vt:lpstr>
      <vt:lpstr>ipconfig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Prangya Priyadarshini</dc:creator>
  <cp:lastModifiedBy>Ayush Panda</cp:lastModifiedBy>
  <cp:revision>28</cp:revision>
  <dcterms:created xsi:type="dcterms:W3CDTF">2025-01-22T14:27:02Z</dcterms:created>
  <dcterms:modified xsi:type="dcterms:W3CDTF">2026-02-12T14:29:01Z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0x01010083663A4E60B23240A00B90F2213B2739</vt:lpwstr>
  </property>
</Properties>
</file>